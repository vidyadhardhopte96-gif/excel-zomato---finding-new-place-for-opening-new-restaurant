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notesMasterIdLst>
    <p:notesMasterId r:id="rId24"/>
  </p:notesMasterIdLst>
  <p:sldIdLst>
    <p:sldId id="256" r:id="rId2"/>
    <p:sldId id="279" r:id="rId3"/>
    <p:sldId id="257" r:id="rId4"/>
    <p:sldId id="258" r:id="rId5"/>
    <p:sldId id="280" r:id="rId6"/>
    <p:sldId id="281" r:id="rId7"/>
    <p:sldId id="259" r:id="rId8"/>
    <p:sldId id="260" r:id="rId9"/>
    <p:sldId id="262" r:id="rId10"/>
    <p:sldId id="263" r:id="rId11"/>
    <p:sldId id="264" r:id="rId12"/>
    <p:sldId id="284" r:id="rId13"/>
    <p:sldId id="267" r:id="rId14"/>
    <p:sldId id="269" r:id="rId15"/>
    <p:sldId id="285" r:id="rId16"/>
    <p:sldId id="286" r:id="rId17"/>
    <p:sldId id="287" r:id="rId18"/>
    <p:sldId id="283" r:id="rId19"/>
    <p:sldId id="275" r:id="rId20"/>
    <p:sldId id="276" r:id="rId21"/>
    <p:sldId id="278"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ECF707C-3130-46F3-9267-1716660BDC4F}" v="43" dt="2024-12-24T09:05:17.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527" autoAdjust="0"/>
    <p:restoredTop sz="94660"/>
  </p:normalViewPr>
  <p:slideViewPr>
    <p:cSldViewPr snapToGrid="0">
      <p:cViewPr varScale="1">
        <p:scale>
          <a:sx n="78" d="100"/>
          <a:sy n="78" d="100"/>
        </p:scale>
        <p:origin x="62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dyadhar Dhopte" userId="73c004a04f817bab" providerId="LiveId" clId="{BFDF9F88-E93E-465A-A9C7-F7AB998C0957}"/>
    <pc:docChg chg="undo redo custSel addSld delSld modSld sldOrd">
      <pc:chgData name="Vidyadhar Dhopte" userId="73c004a04f817bab" providerId="LiveId" clId="{BFDF9F88-E93E-465A-A9C7-F7AB998C0957}" dt="2024-12-15T12:10:30.908" v="4513" actId="5793"/>
      <pc:docMkLst>
        <pc:docMk/>
      </pc:docMkLst>
      <pc:sldChg chg="addSp modSp mod">
        <pc:chgData name="Vidyadhar Dhopte" userId="73c004a04f817bab" providerId="LiveId" clId="{BFDF9F88-E93E-465A-A9C7-F7AB998C0957}" dt="2024-11-19T18:42:36.840" v="2672" actId="122"/>
        <pc:sldMkLst>
          <pc:docMk/>
          <pc:sldMk cId="1454323145" sldId="258"/>
        </pc:sldMkLst>
        <pc:spChg chg="add mod">
          <ac:chgData name="Vidyadhar Dhopte" userId="73c004a04f817bab" providerId="LiveId" clId="{BFDF9F88-E93E-465A-A9C7-F7AB998C0957}" dt="2024-11-19T18:42:36.840" v="2672" actId="122"/>
          <ac:spMkLst>
            <pc:docMk/>
            <pc:sldMk cId="1454323145" sldId="258"/>
            <ac:spMk id="3" creationId="{200FA617-A510-8C58-07F8-E7270BFC01CE}"/>
          </ac:spMkLst>
        </pc:spChg>
      </pc:sldChg>
      <pc:sldChg chg="del">
        <pc:chgData name="Vidyadhar Dhopte" userId="73c004a04f817bab" providerId="LiveId" clId="{BFDF9F88-E93E-465A-A9C7-F7AB998C0957}" dt="2024-12-15T07:35:12.441" v="3024" actId="2696"/>
        <pc:sldMkLst>
          <pc:docMk/>
          <pc:sldMk cId="3328829339" sldId="261"/>
        </pc:sldMkLst>
      </pc:sldChg>
      <pc:sldChg chg="addSp delSp modSp mod">
        <pc:chgData name="Vidyadhar Dhopte" userId="73c004a04f817bab" providerId="LiveId" clId="{BFDF9F88-E93E-465A-A9C7-F7AB998C0957}" dt="2024-12-15T07:40:08.923" v="3035" actId="1076"/>
        <pc:sldMkLst>
          <pc:docMk/>
          <pc:sldMk cId="2441241901" sldId="262"/>
        </pc:sldMkLst>
      </pc:sldChg>
      <pc:sldChg chg="modSp mod">
        <pc:chgData name="Vidyadhar Dhopte" userId="73c004a04f817bab" providerId="LiveId" clId="{BFDF9F88-E93E-465A-A9C7-F7AB998C0957}" dt="2024-12-15T07:40:05.920" v="3033" actId="688"/>
        <pc:sldMkLst>
          <pc:docMk/>
          <pc:sldMk cId="2480963644" sldId="263"/>
        </pc:sldMkLst>
        <pc:spChg chg="mod">
          <ac:chgData name="Vidyadhar Dhopte" userId="73c004a04f817bab" providerId="LiveId" clId="{BFDF9F88-E93E-465A-A9C7-F7AB998C0957}" dt="2024-12-15T07:40:05.920" v="3033" actId="688"/>
          <ac:spMkLst>
            <pc:docMk/>
            <pc:sldMk cId="2480963644" sldId="263"/>
            <ac:spMk id="6" creationId="{091D78CB-DD95-997F-5767-C3464F14F2AA}"/>
          </ac:spMkLst>
        </pc:spChg>
      </pc:sldChg>
      <pc:sldChg chg="addSp delSp modSp mod">
        <pc:chgData name="Vidyadhar Dhopte" userId="73c004a04f817bab" providerId="LiveId" clId="{BFDF9F88-E93E-465A-A9C7-F7AB998C0957}" dt="2024-12-15T07:43:44.007" v="3069" actId="20577"/>
        <pc:sldMkLst>
          <pc:docMk/>
          <pc:sldMk cId="329378780" sldId="264"/>
        </pc:sldMkLst>
        <pc:spChg chg="mod">
          <ac:chgData name="Vidyadhar Dhopte" userId="73c004a04f817bab" providerId="LiveId" clId="{BFDF9F88-E93E-465A-A9C7-F7AB998C0957}" dt="2024-12-15T07:43:44.007" v="3069" actId="20577"/>
          <ac:spMkLst>
            <pc:docMk/>
            <pc:sldMk cId="329378780" sldId="264"/>
            <ac:spMk id="3" creationId="{589230FC-E75A-D6D6-26F5-C813229D25BC}"/>
          </ac:spMkLst>
        </pc:spChg>
        <pc:picChg chg="add mod">
          <ac:chgData name="Vidyadhar Dhopte" userId="73c004a04f817bab" providerId="LiveId" clId="{BFDF9F88-E93E-465A-A9C7-F7AB998C0957}" dt="2024-12-15T07:43:36.709" v="3062" actId="14100"/>
          <ac:picMkLst>
            <pc:docMk/>
            <pc:sldMk cId="329378780" sldId="264"/>
            <ac:picMk id="7" creationId="{76AA8DC1-45DE-5D85-6DCD-DC8DAB19BF0A}"/>
          </ac:picMkLst>
        </pc:picChg>
      </pc:sldChg>
      <pc:sldChg chg="del">
        <pc:chgData name="Vidyadhar Dhopte" userId="73c004a04f817bab" providerId="LiveId" clId="{BFDF9F88-E93E-465A-A9C7-F7AB998C0957}" dt="2024-12-15T08:43:01.952" v="3898" actId="2696"/>
        <pc:sldMkLst>
          <pc:docMk/>
          <pc:sldMk cId="1253117426" sldId="265"/>
        </pc:sldMkLst>
      </pc:sldChg>
      <pc:sldChg chg="modSp mod">
        <pc:chgData name="Vidyadhar Dhopte" userId="73c004a04f817bab" providerId="LiveId" clId="{BFDF9F88-E93E-465A-A9C7-F7AB998C0957}" dt="2024-11-13T12:37:18.164" v="579" actId="20577"/>
        <pc:sldMkLst>
          <pc:docMk/>
          <pc:sldMk cId="1082294772" sldId="266"/>
        </pc:sldMkLst>
      </pc:sldChg>
      <pc:sldChg chg="addSp delSp modSp new mod setBg">
        <pc:chgData name="Vidyadhar Dhopte" userId="73c004a04f817bab" providerId="LiveId" clId="{BFDF9F88-E93E-465A-A9C7-F7AB998C0957}" dt="2024-12-15T12:10:30.908" v="4513" actId="5793"/>
        <pc:sldMkLst>
          <pc:docMk/>
          <pc:sldMk cId="3905907725" sldId="267"/>
        </pc:sldMkLst>
        <pc:spChg chg="mod">
          <ac:chgData name="Vidyadhar Dhopte" userId="73c004a04f817bab" providerId="LiveId" clId="{BFDF9F88-E93E-465A-A9C7-F7AB998C0957}" dt="2024-12-15T12:10:25.102" v="4511" actId="26606"/>
          <ac:spMkLst>
            <pc:docMk/>
            <pc:sldMk cId="3905907725" sldId="267"/>
            <ac:spMk id="2" creationId="{1B26D491-5C30-39F5-58E2-75525E2A0CE7}"/>
          </ac:spMkLst>
        </pc:spChg>
        <pc:spChg chg="mod">
          <ac:chgData name="Vidyadhar Dhopte" userId="73c004a04f817bab" providerId="LiveId" clId="{BFDF9F88-E93E-465A-A9C7-F7AB998C0957}" dt="2024-12-15T12:10:30.908" v="4513" actId="5793"/>
          <ac:spMkLst>
            <pc:docMk/>
            <pc:sldMk cId="3905907725" sldId="267"/>
            <ac:spMk id="3" creationId="{32E1401B-F3FD-CF0E-2EB8-F6ECD48A4B4C}"/>
          </ac:spMkLst>
        </pc:spChg>
        <pc:spChg chg="mod ord">
          <ac:chgData name="Vidyadhar Dhopte" userId="73c004a04f817bab" providerId="LiveId" clId="{BFDF9F88-E93E-465A-A9C7-F7AB998C0957}" dt="2024-12-15T12:10:10.610" v="4503" actId="26606"/>
          <ac:spMkLst>
            <pc:docMk/>
            <pc:sldMk cId="3905907725" sldId="267"/>
            <ac:spMk id="5" creationId="{710EC296-9751-2CD6-33AC-D6B0072E9A34}"/>
          </ac:spMkLst>
        </pc:spChg>
      </pc:sldChg>
      <pc:sldChg chg="addSp delSp modSp new del mod setBg">
        <pc:chgData name="Vidyadhar Dhopte" userId="73c004a04f817bab" providerId="LiveId" clId="{BFDF9F88-E93E-465A-A9C7-F7AB998C0957}" dt="2024-12-15T07:46:05.289" v="3088" actId="2696"/>
        <pc:sldMkLst>
          <pc:docMk/>
          <pc:sldMk cId="949939858" sldId="268"/>
        </pc:sldMkLst>
      </pc:sldChg>
      <pc:sldChg chg="addSp delSp modSp new mod setBg">
        <pc:chgData name="Vidyadhar Dhopte" userId="73c004a04f817bab" providerId="LiveId" clId="{BFDF9F88-E93E-465A-A9C7-F7AB998C0957}" dt="2024-11-13T12:39:45.767" v="652" actId="2711"/>
        <pc:sldMkLst>
          <pc:docMk/>
          <pc:sldMk cId="117251151" sldId="269"/>
        </pc:sldMkLst>
        <pc:spChg chg="mod">
          <ac:chgData name="Vidyadhar Dhopte" userId="73c004a04f817bab" providerId="LiveId" clId="{BFDF9F88-E93E-465A-A9C7-F7AB998C0957}" dt="2024-11-13T12:39:45.767" v="652" actId="2711"/>
          <ac:spMkLst>
            <pc:docMk/>
            <pc:sldMk cId="117251151" sldId="269"/>
            <ac:spMk id="2" creationId="{4C918730-1459-1D11-538B-CDDB03220514}"/>
          </ac:spMkLst>
        </pc:spChg>
      </pc:sldChg>
      <pc:sldChg chg="addSp delSp modSp new add del mod setBg">
        <pc:chgData name="Vidyadhar Dhopte" userId="73c004a04f817bab" providerId="LiveId" clId="{BFDF9F88-E93E-465A-A9C7-F7AB998C0957}" dt="2024-12-15T07:54:48.624" v="3311" actId="2696"/>
        <pc:sldMkLst>
          <pc:docMk/>
          <pc:sldMk cId="4016133714" sldId="270"/>
        </pc:sldMkLst>
      </pc:sldChg>
      <pc:sldChg chg="addSp delSp modSp new mod setBg">
        <pc:chgData name="Vidyadhar Dhopte" userId="73c004a04f817bab" providerId="LiveId" clId="{BFDF9F88-E93E-465A-A9C7-F7AB998C0957}" dt="2024-11-13T12:48:23.383" v="966" actId="14100"/>
        <pc:sldMkLst>
          <pc:docMk/>
          <pc:sldMk cId="4142647102" sldId="271"/>
        </pc:sldMkLst>
      </pc:sldChg>
      <pc:sldChg chg="new del">
        <pc:chgData name="Vidyadhar Dhopte" userId="73c004a04f817bab" providerId="LiveId" clId="{BFDF9F88-E93E-465A-A9C7-F7AB998C0957}" dt="2024-12-15T08:41:42.047" v="3895" actId="2696"/>
        <pc:sldMkLst>
          <pc:docMk/>
          <pc:sldMk cId="3046790273" sldId="272"/>
        </pc:sldMkLst>
      </pc:sldChg>
      <pc:sldChg chg="del">
        <pc:chgData name="Vidyadhar Dhopte" userId="73c004a04f817bab" providerId="LiveId" clId="{BFDF9F88-E93E-465A-A9C7-F7AB998C0957}" dt="2024-12-15T08:42:45.717" v="3896" actId="2696"/>
        <pc:sldMkLst>
          <pc:docMk/>
          <pc:sldMk cId="2945920849" sldId="273"/>
        </pc:sldMkLst>
      </pc:sldChg>
      <pc:sldChg chg="modSp del mod">
        <pc:chgData name="Vidyadhar Dhopte" userId="73c004a04f817bab" providerId="LiveId" clId="{BFDF9F88-E93E-465A-A9C7-F7AB998C0957}" dt="2024-12-15T08:42:54.111" v="3897" actId="2696"/>
        <pc:sldMkLst>
          <pc:docMk/>
          <pc:sldMk cId="1178996937" sldId="274"/>
        </pc:sldMkLst>
      </pc:sldChg>
      <pc:sldChg chg="addSp delSp modSp new mod setBg">
        <pc:chgData name="Vidyadhar Dhopte" userId="73c004a04f817bab" providerId="LiveId" clId="{BFDF9F88-E93E-465A-A9C7-F7AB998C0957}" dt="2024-11-19T17:13:34.567" v="1697" actId="27636"/>
        <pc:sldMkLst>
          <pc:docMk/>
          <pc:sldMk cId="2788704690" sldId="275"/>
        </pc:sldMkLst>
        <pc:spChg chg="mod">
          <ac:chgData name="Vidyadhar Dhopte" userId="73c004a04f817bab" providerId="LiveId" clId="{BFDF9F88-E93E-465A-A9C7-F7AB998C0957}" dt="2024-11-19T17:13:34.567" v="1697" actId="27636"/>
          <ac:spMkLst>
            <pc:docMk/>
            <pc:sldMk cId="2788704690" sldId="275"/>
            <ac:spMk id="3" creationId="{C352E82C-C5DB-A929-4DB6-C6EC838DB94A}"/>
          </ac:spMkLst>
        </pc:spChg>
        <pc:picChg chg="add">
          <ac:chgData name="Vidyadhar Dhopte" userId="73c004a04f817bab" providerId="LiveId" clId="{BFDF9F88-E93E-465A-A9C7-F7AB998C0957}" dt="2024-11-19T17:13:12.024" v="1689" actId="26606"/>
          <ac:picMkLst>
            <pc:docMk/>
            <pc:sldMk cId="2788704690" sldId="275"/>
            <ac:picMk id="5" creationId="{FCE94E86-2432-5273-B633-DBA8C89CF091}"/>
          </ac:picMkLst>
        </pc:picChg>
      </pc:sldChg>
      <pc:sldChg chg="addSp delSp modSp new mod setBg">
        <pc:chgData name="Vidyadhar Dhopte" userId="73c004a04f817bab" providerId="LiveId" clId="{BFDF9F88-E93E-465A-A9C7-F7AB998C0957}" dt="2024-12-15T12:01:22.544" v="4472" actId="20577"/>
        <pc:sldMkLst>
          <pc:docMk/>
          <pc:sldMk cId="2208519840" sldId="276"/>
        </pc:sldMkLst>
        <pc:graphicFrameChg chg="add mod">
          <ac:chgData name="Vidyadhar Dhopte" userId="73c004a04f817bab" providerId="LiveId" clId="{BFDF9F88-E93E-465A-A9C7-F7AB998C0957}" dt="2024-12-15T12:01:22.544" v="4472" actId="20577"/>
          <ac:graphicFrameMkLst>
            <pc:docMk/>
            <pc:sldMk cId="2208519840" sldId="276"/>
            <ac:graphicFrameMk id="6" creationId="{CB650585-3B29-D260-D767-8EF06C512ACF}"/>
          </ac:graphicFrameMkLst>
        </pc:graphicFrameChg>
      </pc:sldChg>
      <pc:sldChg chg="modSp new mod">
        <pc:chgData name="Vidyadhar Dhopte" userId="73c004a04f817bab" providerId="LiveId" clId="{BFDF9F88-E93E-465A-A9C7-F7AB998C0957}" dt="2024-11-19T18:33:33.900" v="2437" actId="20577"/>
        <pc:sldMkLst>
          <pc:docMk/>
          <pc:sldMk cId="2072493122" sldId="277"/>
        </pc:sldMkLst>
        <pc:spChg chg="mod">
          <ac:chgData name="Vidyadhar Dhopte" userId="73c004a04f817bab" providerId="LiveId" clId="{BFDF9F88-E93E-465A-A9C7-F7AB998C0957}" dt="2024-11-19T18:24:29.834" v="2317" actId="20577"/>
          <ac:spMkLst>
            <pc:docMk/>
            <pc:sldMk cId="2072493122" sldId="277"/>
            <ac:spMk id="2" creationId="{507788C2-0D5C-72E8-BC80-BD7453015805}"/>
          </ac:spMkLst>
        </pc:spChg>
        <pc:spChg chg="mod">
          <ac:chgData name="Vidyadhar Dhopte" userId="73c004a04f817bab" providerId="LiveId" clId="{BFDF9F88-E93E-465A-A9C7-F7AB998C0957}" dt="2024-11-19T18:33:33.900" v="2437" actId="20577"/>
          <ac:spMkLst>
            <pc:docMk/>
            <pc:sldMk cId="2072493122" sldId="277"/>
            <ac:spMk id="3" creationId="{4D8B8AD4-2A84-8948-EBD1-46D38430A87B}"/>
          </ac:spMkLst>
        </pc:spChg>
      </pc:sldChg>
      <pc:sldChg chg="addSp delSp modSp new mod">
        <pc:chgData name="Vidyadhar Dhopte" userId="73c004a04f817bab" providerId="LiveId" clId="{BFDF9F88-E93E-465A-A9C7-F7AB998C0957}" dt="2024-11-19T18:41:22.303" v="2642" actId="26606"/>
        <pc:sldMkLst>
          <pc:docMk/>
          <pc:sldMk cId="1561642265" sldId="278"/>
        </pc:sldMkLst>
        <pc:graphicFrameChg chg="add">
          <ac:chgData name="Vidyadhar Dhopte" userId="73c004a04f817bab" providerId="LiveId" clId="{BFDF9F88-E93E-465A-A9C7-F7AB998C0957}" dt="2024-11-19T18:41:22.303" v="2642" actId="26606"/>
          <ac:graphicFrameMkLst>
            <pc:docMk/>
            <pc:sldMk cId="1561642265" sldId="278"/>
            <ac:graphicFrameMk id="7" creationId="{408410D5-5F14-780D-A699-8022F3230B47}"/>
          </ac:graphicFrameMkLst>
        </pc:graphicFrameChg>
      </pc:sldChg>
      <pc:sldChg chg="addSp modSp new mod ord setBg setClrOvrMap">
        <pc:chgData name="Vidyadhar Dhopte" userId="73c004a04f817bab" providerId="LiveId" clId="{BFDF9F88-E93E-465A-A9C7-F7AB998C0957}" dt="2024-12-14T07:23:33.774" v="2823" actId="20577"/>
        <pc:sldMkLst>
          <pc:docMk/>
          <pc:sldMk cId="3962109701" sldId="279"/>
        </pc:sldMkLst>
        <pc:spChg chg="mod">
          <ac:chgData name="Vidyadhar Dhopte" userId="73c004a04f817bab" providerId="LiveId" clId="{BFDF9F88-E93E-465A-A9C7-F7AB998C0957}" dt="2024-12-14T07:21:25.869" v="2820" actId="113"/>
          <ac:spMkLst>
            <pc:docMk/>
            <pc:sldMk cId="3962109701" sldId="279"/>
            <ac:spMk id="2" creationId="{8E7002AE-C9F6-12CF-6416-E8A43434E376}"/>
          </ac:spMkLst>
        </pc:spChg>
        <pc:spChg chg="mod">
          <ac:chgData name="Vidyadhar Dhopte" userId="73c004a04f817bab" providerId="LiveId" clId="{BFDF9F88-E93E-465A-A9C7-F7AB998C0957}" dt="2024-12-14T07:23:33.774" v="2823" actId="20577"/>
          <ac:spMkLst>
            <pc:docMk/>
            <pc:sldMk cId="3962109701" sldId="279"/>
            <ac:spMk id="3" creationId="{FA24E00D-30DE-5CD4-3573-8D446028A0AC}"/>
          </ac:spMkLst>
        </pc:spChg>
        <pc:picChg chg="add mod">
          <ac:chgData name="Vidyadhar Dhopte" userId="73c004a04f817bab" providerId="LiveId" clId="{BFDF9F88-E93E-465A-A9C7-F7AB998C0957}" dt="2024-12-14T07:20:56.132" v="2816" actId="1076"/>
          <ac:picMkLst>
            <pc:docMk/>
            <pc:sldMk cId="3962109701" sldId="279"/>
            <ac:picMk id="5" creationId="{8A4BE82F-0A6B-5FF5-0E67-0B1FBF3DC9D8}"/>
          </ac:picMkLst>
        </pc:picChg>
      </pc:sldChg>
      <pc:sldChg chg="addSp modSp new mod">
        <pc:chgData name="Vidyadhar Dhopte" userId="73c004a04f817bab" providerId="LiveId" clId="{BFDF9F88-E93E-465A-A9C7-F7AB998C0957}" dt="2024-12-14T07:28:07.953" v="2859" actId="123"/>
        <pc:sldMkLst>
          <pc:docMk/>
          <pc:sldMk cId="3298305005" sldId="280"/>
        </pc:sldMkLst>
        <pc:spChg chg="mod">
          <ac:chgData name="Vidyadhar Dhopte" userId="73c004a04f817bab" providerId="LiveId" clId="{BFDF9F88-E93E-465A-A9C7-F7AB998C0957}" dt="2024-12-14T07:25:49.694" v="2849" actId="113"/>
          <ac:spMkLst>
            <pc:docMk/>
            <pc:sldMk cId="3298305005" sldId="280"/>
            <ac:spMk id="2" creationId="{3B33C32C-0A5B-74DF-828F-99173C0C23B4}"/>
          </ac:spMkLst>
        </pc:spChg>
        <pc:spChg chg="mod">
          <ac:chgData name="Vidyadhar Dhopte" userId="73c004a04f817bab" providerId="LiveId" clId="{BFDF9F88-E93E-465A-A9C7-F7AB998C0957}" dt="2024-12-14T07:28:07.953" v="2859" actId="123"/>
          <ac:spMkLst>
            <pc:docMk/>
            <pc:sldMk cId="3298305005" sldId="280"/>
            <ac:spMk id="3" creationId="{7B8C2C24-1BA6-1F9F-8AE9-5D4E7CD36006}"/>
          </ac:spMkLst>
        </pc:spChg>
        <pc:picChg chg="add mod">
          <ac:chgData name="Vidyadhar Dhopte" userId="73c004a04f817bab" providerId="LiveId" clId="{BFDF9F88-E93E-465A-A9C7-F7AB998C0957}" dt="2024-12-14T07:27:13.399" v="2857" actId="1076"/>
          <ac:picMkLst>
            <pc:docMk/>
            <pc:sldMk cId="3298305005" sldId="280"/>
            <ac:picMk id="5" creationId="{C06347C9-48C8-6B10-43A9-5071567C6F28}"/>
          </ac:picMkLst>
        </pc:picChg>
      </pc:sldChg>
      <pc:sldChg chg="addSp delSp modSp new mod ord setBg">
        <pc:chgData name="Vidyadhar Dhopte" userId="73c004a04f817bab" providerId="LiveId" clId="{BFDF9F88-E93E-465A-A9C7-F7AB998C0957}" dt="2024-12-14T07:49:00.773" v="3023"/>
        <pc:sldMkLst>
          <pc:docMk/>
          <pc:sldMk cId="4226385886" sldId="281"/>
        </pc:sldMkLst>
        <pc:spChg chg="mod">
          <ac:chgData name="Vidyadhar Dhopte" userId="73c004a04f817bab" providerId="LiveId" clId="{BFDF9F88-E93E-465A-A9C7-F7AB998C0957}" dt="2024-12-14T07:48:04.173" v="3021" actId="26606"/>
          <ac:spMkLst>
            <pc:docMk/>
            <pc:sldMk cId="4226385886" sldId="281"/>
            <ac:spMk id="2" creationId="{4F525AEE-1152-E320-CB91-FFF933F4F82B}"/>
          </ac:spMkLst>
        </pc:spChg>
        <pc:spChg chg="mod">
          <ac:chgData name="Vidyadhar Dhopte" userId="73c004a04f817bab" providerId="LiveId" clId="{BFDF9F88-E93E-465A-A9C7-F7AB998C0957}" dt="2024-12-14T07:48:04.173" v="3021" actId="26606"/>
          <ac:spMkLst>
            <pc:docMk/>
            <pc:sldMk cId="4226385886" sldId="281"/>
            <ac:spMk id="4" creationId="{9240ACA8-13BC-DD1A-B141-7AB02FA287B6}"/>
          </ac:spMkLst>
        </pc:spChg>
        <pc:graphicFrameChg chg="add">
          <ac:chgData name="Vidyadhar Dhopte" userId="73c004a04f817bab" providerId="LiveId" clId="{BFDF9F88-E93E-465A-A9C7-F7AB998C0957}" dt="2024-12-14T07:48:04.173" v="3021" actId="26606"/>
          <ac:graphicFrameMkLst>
            <pc:docMk/>
            <pc:sldMk cId="4226385886" sldId="281"/>
            <ac:graphicFrameMk id="6" creationId="{5CC49532-4FF8-3EC4-61A6-BFD803182631}"/>
          </ac:graphicFrameMkLst>
        </pc:graphicFrameChg>
      </pc:sldChg>
      <pc:sldChg chg="addSp delSp modSp new mod">
        <pc:chgData name="Vidyadhar Dhopte" userId="73c004a04f817bab" providerId="LiveId" clId="{BFDF9F88-E93E-465A-A9C7-F7AB998C0957}" dt="2024-12-15T08:39:32.468" v="3894" actId="14100"/>
        <pc:sldMkLst>
          <pc:docMk/>
          <pc:sldMk cId="912931828" sldId="282"/>
        </pc:sldMkLst>
      </pc:sldChg>
      <pc:sldChg chg="addSp delSp modSp new mod">
        <pc:chgData name="Vidyadhar Dhopte" userId="73c004a04f817bab" providerId="LiveId" clId="{BFDF9F88-E93E-465A-A9C7-F7AB998C0957}" dt="2024-12-15T10:55:51.770" v="4403" actId="14100"/>
        <pc:sldMkLst>
          <pc:docMk/>
          <pc:sldMk cId="3708310472" sldId="283"/>
        </pc:sldMkLst>
        <pc:spChg chg="mod">
          <ac:chgData name="Vidyadhar Dhopte" userId="73c004a04f817bab" providerId="LiveId" clId="{BFDF9F88-E93E-465A-A9C7-F7AB998C0957}" dt="2024-12-15T09:42:04.591" v="3920" actId="255"/>
          <ac:spMkLst>
            <pc:docMk/>
            <pc:sldMk cId="3708310472" sldId="283"/>
            <ac:spMk id="3" creationId="{C943E6D1-001C-CCF3-4332-56A350EDFA3D}"/>
          </ac:spMkLst>
        </pc:spChg>
      </pc:sldChg>
    </pc:docChg>
  </pc:docChgLst>
  <pc:docChgLst>
    <pc:chgData name="Vidyadhar Dhopte" userId="73c004a04f817bab" providerId="LiveId" clId="{CECF707C-3130-46F3-9267-1716660BDC4F}"/>
    <pc:docChg chg="undo custSel addSld delSld modSld">
      <pc:chgData name="Vidyadhar Dhopte" userId="73c004a04f817bab" providerId="LiveId" clId="{CECF707C-3130-46F3-9267-1716660BDC4F}" dt="2024-12-24T09:28:10.795" v="867" actId="113"/>
      <pc:docMkLst>
        <pc:docMk/>
      </pc:docMkLst>
      <pc:sldChg chg="addSp delSp modSp mod delDesignElem">
        <pc:chgData name="Vidyadhar Dhopte" userId="73c004a04f817bab" providerId="LiveId" clId="{CECF707C-3130-46F3-9267-1716660BDC4F}" dt="2024-12-22T06:31:18.534" v="80"/>
        <pc:sldMkLst>
          <pc:docMk/>
          <pc:sldMk cId="3824575595" sldId="256"/>
        </pc:sldMkLst>
        <pc:spChg chg="mod">
          <ac:chgData name="Vidyadhar Dhopte" userId="73c004a04f817bab" providerId="LiveId" clId="{CECF707C-3130-46F3-9267-1716660BDC4F}" dt="2024-12-22T06:31:18.534" v="80"/>
          <ac:spMkLst>
            <pc:docMk/>
            <pc:sldMk cId="3824575595" sldId="256"/>
            <ac:spMk id="2" creationId="{19822AB5-FA19-610F-7E1A-A5EE6567CE5F}"/>
          </ac:spMkLst>
        </pc:spChg>
        <pc:spChg chg="mod">
          <ac:chgData name="Vidyadhar Dhopte" userId="73c004a04f817bab" providerId="LiveId" clId="{CECF707C-3130-46F3-9267-1716660BDC4F}" dt="2024-12-22T06:31:18.534" v="80"/>
          <ac:spMkLst>
            <pc:docMk/>
            <pc:sldMk cId="3824575595" sldId="256"/>
            <ac:spMk id="4" creationId="{1A49F424-8C8D-C614-1117-9B4FD0B307C3}"/>
          </ac:spMkLst>
        </pc:spChg>
        <pc:spChg chg="add del">
          <ac:chgData name="Vidyadhar Dhopte" userId="73c004a04f817bab" providerId="LiveId" clId="{CECF707C-3130-46F3-9267-1716660BDC4F}" dt="2024-12-22T06:31:18.534" v="80"/>
          <ac:spMkLst>
            <pc:docMk/>
            <pc:sldMk cId="3824575595" sldId="256"/>
            <ac:spMk id="1039" creationId="{4905C695-F54E-4EF8-8AEF-811D460E7AFE}"/>
          </ac:spMkLst>
        </pc:spChg>
        <pc:spChg chg="add del">
          <ac:chgData name="Vidyadhar Dhopte" userId="73c004a04f817bab" providerId="LiveId" clId="{CECF707C-3130-46F3-9267-1716660BDC4F}" dt="2024-12-22T06:31:18.534" v="80"/>
          <ac:spMkLst>
            <pc:docMk/>
            <pc:sldMk cId="3824575595" sldId="256"/>
            <ac:spMk id="1041" creationId="{485CD2A3-2099-476E-9A85-55DC735FA2B7}"/>
          </ac:spMkLst>
        </pc:spChg>
        <pc:grpChg chg="add del">
          <ac:chgData name="Vidyadhar Dhopte" userId="73c004a04f817bab" providerId="LiveId" clId="{CECF707C-3130-46F3-9267-1716660BDC4F}" dt="2024-12-22T06:31:18.534" v="80"/>
          <ac:grpSpMkLst>
            <pc:docMk/>
            <pc:sldMk cId="3824575595" sldId="256"/>
            <ac:grpSpMk id="1043" creationId="{E92979E8-2E86-433E-A7E4-5F102E45A8EE}"/>
          </ac:grpSpMkLst>
        </pc:grpChg>
      </pc:sldChg>
      <pc:sldChg chg="addSp delSp modSp delDesignElem">
        <pc:chgData name="Vidyadhar Dhopte" userId="73c004a04f817bab" providerId="LiveId" clId="{CECF707C-3130-46F3-9267-1716660BDC4F}" dt="2024-12-22T06:31:18.534" v="80"/>
        <pc:sldMkLst>
          <pc:docMk/>
          <pc:sldMk cId="2322684378" sldId="257"/>
        </pc:sldMkLst>
        <pc:spChg chg="mod">
          <ac:chgData name="Vidyadhar Dhopte" userId="73c004a04f817bab" providerId="LiveId" clId="{CECF707C-3130-46F3-9267-1716660BDC4F}" dt="2024-12-22T06:31:18.534" v="80"/>
          <ac:spMkLst>
            <pc:docMk/>
            <pc:sldMk cId="2322684378" sldId="257"/>
            <ac:spMk id="4" creationId="{9E689438-1F5A-49B3-2899-5B3C4E77DDB9}"/>
          </ac:spMkLst>
        </pc:spChg>
        <pc:spChg chg="add del">
          <ac:chgData name="Vidyadhar Dhopte" userId="73c004a04f817bab" providerId="LiveId" clId="{CECF707C-3130-46F3-9267-1716660BDC4F}" dt="2024-12-22T06:31:18.534" v="80"/>
          <ac:spMkLst>
            <pc:docMk/>
            <pc:sldMk cId="2322684378" sldId="257"/>
            <ac:spMk id="2066" creationId="{7B22176A-41DB-4D9A-9B6F-F2296F1ED173}"/>
          </ac:spMkLst>
        </pc:spChg>
        <pc:spChg chg="add del">
          <ac:chgData name="Vidyadhar Dhopte" userId="73c004a04f817bab" providerId="LiveId" clId="{CECF707C-3130-46F3-9267-1716660BDC4F}" dt="2024-12-22T06:31:18.534" v="80"/>
          <ac:spMkLst>
            <pc:docMk/>
            <pc:sldMk cId="2322684378" sldId="257"/>
            <ac:spMk id="2067" creationId="{774A8DF5-445E-49C5-B10A-8DF5FEFBCC46}"/>
          </ac:spMkLst>
        </pc:spChg>
        <pc:spChg chg="add del">
          <ac:chgData name="Vidyadhar Dhopte" userId="73c004a04f817bab" providerId="LiveId" clId="{CECF707C-3130-46F3-9267-1716660BDC4F}" dt="2024-12-22T06:31:18.534" v="80"/>
          <ac:spMkLst>
            <pc:docMk/>
            <pc:sldMk cId="2322684378" sldId="257"/>
            <ac:spMk id="2068" creationId="{9A4E38D9-EFB8-40B5-B42B-514FBF180360}"/>
          </ac:spMkLst>
        </pc:spChg>
        <pc:grpChg chg="add del">
          <ac:chgData name="Vidyadhar Dhopte" userId="73c004a04f817bab" providerId="LiveId" clId="{CECF707C-3130-46F3-9267-1716660BDC4F}" dt="2024-12-22T06:31:18.534" v="80"/>
          <ac:grpSpMkLst>
            <pc:docMk/>
            <pc:sldMk cId="2322684378" sldId="257"/>
            <ac:grpSpMk id="2069" creationId="{D87FFE71-34DC-4C53-AE0F-6B141D081D09}"/>
          </ac:grpSpMkLst>
        </pc:grpChg>
      </pc:sldChg>
      <pc:sldChg chg="addSp delSp modSp delDesignElem">
        <pc:chgData name="Vidyadhar Dhopte" userId="73c004a04f817bab" providerId="LiveId" clId="{CECF707C-3130-46F3-9267-1716660BDC4F}" dt="2024-12-22T06:31:18.534" v="80"/>
        <pc:sldMkLst>
          <pc:docMk/>
          <pc:sldMk cId="1454323145" sldId="258"/>
        </pc:sldMkLst>
        <pc:spChg chg="mod">
          <ac:chgData name="Vidyadhar Dhopte" userId="73c004a04f817bab" providerId="LiveId" clId="{CECF707C-3130-46F3-9267-1716660BDC4F}" dt="2024-12-22T06:31:18.534" v="80"/>
          <ac:spMkLst>
            <pc:docMk/>
            <pc:sldMk cId="1454323145" sldId="258"/>
            <ac:spMk id="4" creationId="{01D9E456-683B-90A1-64F7-9A14689A88CA}"/>
          </ac:spMkLst>
        </pc:spChg>
        <pc:spChg chg="add del">
          <ac:chgData name="Vidyadhar Dhopte" userId="73c004a04f817bab" providerId="LiveId" clId="{CECF707C-3130-46F3-9267-1716660BDC4F}" dt="2024-12-22T06:31:18.534" v="80"/>
          <ac:spMkLst>
            <pc:docMk/>
            <pc:sldMk cId="1454323145" sldId="258"/>
            <ac:spMk id="3114" creationId="{9D3B3C7E-BC2D-4436-8B03-AC421FA66787}"/>
          </ac:spMkLst>
        </pc:spChg>
        <pc:spChg chg="add del">
          <ac:chgData name="Vidyadhar Dhopte" userId="73c004a04f817bab" providerId="LiveId" clId="{CECF707C-3130-46F3-9267-1716660BDC4F}" dt="2024-12-22T06:31:18.534" v="80"/>
          <ac:spMkLst>
            <pc:docMk/>
            <pc:sldMk cId="1454323145" sldId="258"/>
            <ac:spMk id="3117" creationId="{DD8EACB7-D372-470B-B76E-A829D00310CD}"/>
          </ac:spMkLst>
        </pc:spChg>
        <pc:spChg chg="add del">
          <ac:chgData name="Vidyadhar Dhopte" userId="73c004a04f817bab" providerId="LiveId" clId="{CECF707C-3130-46F3-9267-1716660BDC4F}" dt="2024-12-22T06:31:18.534" v="80"/>
          <ac:spMkLst>
            <pc:docMk/>
            <pc:sldMk cId="1454323145" sldId="258"/>
            <ac:spMk id="3118" creationId="{FBE11A49-02A1-4D4C-9A49-CDF496B1094F}"/>
          </ac:spMkLst>
        </pc:spChg>
        <pc:grpChg chg="add del">
          <ac:chgData name="Vidyadhar Dhopte" userId="73c004a04f817bab" providerId="LiveId" clId="{CECF707C-3130-46F3-9267-1716660BDC4F}" dt="2024-12-22T06:31:18.534" v="80"/>
          <ac:grpSpMkLst>
            <pc:docMk/>
            <pc:sldMk cId="1454323145" sldId="258"/>
            <ac:grpSpMk id="3115" creationId="{79B5D0C1-066E-4C02-A6B8-59FAE4A19724}"/>
          </ac:grpSpMkLst>
        </pc:grpChg>
        <pc:grpChg chg="add del">
          <ac:chgData name="Vidyadhar Dhopte" userId="73c004a04f817bab" providerId="LiveId" clId="{CECF707C-3130-46F3-9267-1716660BDC4F}" dt="2024-12-22T06:31:18.534" v="80"/>
          <ac:grpSpMkLst>
            <pc:docMk/>
            <pc:sldMk cId="1454323145" sldId="258"/>
            <ac:grpSpMk id="3119" creationId="{F1732D3A-CFF0-45BE-AD79-F83D0272C6C6}"/>
          </ac:grpSpMkLst>
        </pc:grpChg>
      </pc:sldChg>
      <pc:sldChg chg="addSp delSp modSp delDesignElem">
        <pc:chgData name="Vidyadhar Dhopte" userId="73c004a04f817bab" providerId="LiveId" clId="{CECF707C-3130-46F3-9267-1716660BDC4F}" dt="2024-12-22T06:31:18.534" v="80"/>
        <pc:sldMkLst>
          <pc:docMk/>
          <pc:sldMk cId="579087536" sldId="259"/>
        </pc:sldMkLst>
        <pc:spChg chg="mod">
          <ac:chgData name="Vidyadhar Dhopte" userId="73c004a04f817bab" providerId="LiveId" clId="{CECF707C-3130-46F3-9267-1716660BDC4F}" dt="2024-12-22T06:31:18.534" v="80"/>
          <ac:spMkLst>
            <pc:docMk/>
            <pc:sldMk cId="579087536" sldId="259"/>
            <ac:spMk id="4" creationId="{156CA703-647F-F7B1-ED9A-E8459B6B542A}"/>
          </ac:spMkLst>
        </pc:spChg>
        <pc:spChg chg="add del">
          <ac:chgData name="Vidyadhar Dhopte" userId="73c004a04f817bab" providerId="LiveId" clId="{CECF707C-3130-46F3-9267-1716660BDC4F}" dt="2024-12-22T06:31:18.534" v="80"/>
          <ac:spMkLst>
            <pc:docMk/>
            <pc:sldMk cId="579087536" sldId="259"/>
            <ac:spMk id="24" creationId="{7B4854C3-58CC-4A2C-B4CA-926819F0C2A6}"/>
          </ac:spMkLst>
        </pc:spChg>
        <pc:spChg chg="add del">
          <ac:chgData name="Vidyadhar Dhopte" userId="73c004a04f817bab" providerId="LiveId" clId="{CECF707C-3130-46F3-9267-1716660BDC4F}" dt="2024-12-22T06:31:18.534" v="80"/>
          <ac:spMkLst>
            <pc:docMk/>
            <pc:sldMk cId="579087536" sldId="259"/>
            <ac:spMk id="25" creationId="{FA7B9933-15AE-4ACB-B091-21C9F385332A}"/>
          </ac:spMkLst>
        </pc:spChg>
        <pc:grpChg chg="add del">
          <ac:chgData name="Vidyadhar Dhopte" userId="73c004a04f817bab" providerId="LiveId" clId="{CECF707C-3130-46F3-9267-1716660BDC4F}" dt="2024-12-22T06:31:18.534" v="80"/>
          <ac:grpSpMkLst>
            <pc:docMk/>
            <pc:sldMk cId="579087536" sldId="259"/>
            <ac:grpSpMk id="12" creationId="{DE57BB50-0A5D-4AD7-87AB-5904B788BC54}"/>
          </ac:grpSpMkLst>
        </pc:grpChg>
      </pc:sldChg>
      <pc:sldChg chg="addSp delSp modSp delDesignElem">
        <pc:chgData name="Vidyadhar Dhopte" userId="73c004a04f817bab" providerId="LiveId" clId="{CECF707C-3130-46F3-9267-1716660BDC4F}" dt="2024-12-22T06:31:18.534" v="80"/>
        <pc:sldMkLst>
          <pc:docMk/>
          <pc:sldMk cId="1529094752" sldId="260"/>
        </pc:sldMkLst>
        <pc:spChg chg="mod">
          <ac:chgData name="Vidyadhar Dhopte" userId="73c004a04f817bab" providerId="LiveId" clId="{CECF707C-3130-46F3-9267-1716660BDC4F}" dt="2024-12-22T06:31:18.534" v="80"/>
          <ac:spMkLst>
            <pc:docMk/>
            <pc:sldMk cId="1529094752" sldId="260"/>
            <ac:spMk id="3" creationId="{451853E9-51B8-1A59-978A-94FE5843A035}"/>
          </ac:spMkLst>
        </pc:spChg>
        <pc:spChg chg="add del">
          <ac:chgData name="Vidyadhar Dhopte" userId="73c004a04f817bab" providerId="LiveId" clId="{CECF707C-3130-46F3-9267-1716660BDC4F}" dt="2024-12-22T06:31:18.534" v="80"/>
          <ac:spMkLst>
            <pc:docMk/>
            <pc:sldMk cId="1529094752" sldId="260"/>
            <ac:spMk id="22" creationId="{D97F34F9-F7CE-4D62-8F8B-2E98B03947EC}"/>
          </ac:spMkLst>
        </pc:spChg>
        <pc:spChg chg="add del">
          <ac:chgData name="Vidyadhar Dhopte" userId="73c004a04f817bab" providerId="LiveId" clId="{CECF707C-3130-46F3-9267-1716660BDC4F}" dt="2024-12-22T06:31:18.534" v="80"/>
          <ac:spMkLst>
            <pc:docMk/>
            <pc:sldMk cId="1529094752" sldId="260"/>
            <ac:spMk id="24" creationId="{51AEC8AF-1896-43A9-BF10-CE06FD254459}"/>
          </ac:spMkLst>
        </pc:spChg>
        <pc:spChg chg="add del">
          <ac:chgData name="Vidyadhar Dhopte" userId="73c004a04f817bab" providerId="LiveId" clId="{CECF707C-3130-46F3-9267-1716660BDC4F}" dt="2024-12-22T06:31:18.534" v="80"/>
          <ac:spMkLst>
            <pc:docMk/>
            <pc:sldMk cId="1529094752" sldId="260"/>
            <ac:spMk id="26" creationId="{1E199BD9-A6EE-4972-BFB5-2AAE28288C50}"/>
          </ac:spMkLst>
        </pc:spChg>
        <pc:grpChg chg="add del">
          <ac:chgData name="Vidyadhar Dhopte" userId="73c004a04f817bab" providerId="LiveId" clId="{CECF707C-3130-46F3-9267-1716660BDC4F}" dt="2024-12-22T06:31:18.534" v="80"/>
          <ac:grpSpMkLst>
            <pc:docMk/>
            <pc:sldMk cId="1529094752" sldId="260"/>
            <ac:grpSpMk id="28" creationId="{1148C992-36DE-4449-B92D-49AE04B5DE20}"/>
          </ac:grpSpMkLst>
        </pc:grpChg>
      </pc:sldChg>
      <pc:sldChg chg="addSp delSp modSp mod setBg delDesignElem">
        <pc:chgData name="Vidyadhar Dhopte" userId="73c004a04f817bab" providerId="LiveId" clId="{CECF707C-3130-46F3-9267-1716660BDC4F}" dt="2024-12-22T06:33:13.780" v="89" actId="767"/>
        <pc:sldMkLst>
          <pc:docMk/>
          <pc:sldMk cId="2441241901" sldId="262"/>
        </pc:sldMkLst>
        <pc:spChg chg="mod">
          <ac:chgData name="Vidyadhar Dhopte" userId="73c004a04f817bab" providerId="LiveId" clId="{CECF707C-3130-46F3-9267-1716660BDC4F}" dt="2024-12-22T06:32:49.830" v="84" actId="1076"/>
          <ac:spMkLst>
            <pc:docMk/>
            <pc:sldMk cId="2441241901" sldId="262"/>
            <ac:spMk id="2" creationId="{3F876F2E-5B3C-EA60-495A-4E5CB87E4E34}"/>
          </ac:spMkLst>
        </pc:spChg>
        <pc:spChg chg="mod ord">
          <ac:chgData name="Vidyadhar Dhopte" userId="73c004a04f817bab" providerId="LiveId" clId="{CECF707C-3130-46F3-9267-1716660BDC4F}" dt="2024-12-22T06:31:18.534" v="80"/>
          <ac:spMkLst>
            <pc:docMk/>
            <pc:sldMk cId="2441241901" sldId="262"/>
            <ac:spMk id="3" creationId="{17922880-8257-1361-474F-4FD19741ABFB}"/>
          </ac:spMkLst>
        </pc:spChg>
        <pc:spChg chg="add del mod">
          <ac:chgData name="Vidyadhar Dhopte" userId="73c004a04f817bab" providerId="LiveId" clId="{CECF707C-3130-46F3-9267-1716660BDC4F}" dt="2024-12-22T06:32:48.278" v="83" actId="2711"/>
          <ac:spMkLst>
            <pc:docMk/>
            <pc:sldMk cId="2441241901" sldId="262"/>
            <ac:spMk id="5" creationId="{043B1FE4-4B9C-332E-3BB2-060F43E597B1}"/>
          </ac:spMkLst>
        </pc:spChg>
        <pc:spChg chg="add del">
          <ac:chgData name="Vidyadhar Dhopte" userId="73c004a04f817bab" providerId="LiveId" clId="{CECF707C-3130-46F3-9267-1716660BDC4F}" dt="2024-12-22T06:31:18.534" v="80"/>
          <ac:spMkLst>
            <pc:docMk/>
            <pc:sldMk cId="2441241901" sldId="262"/>
            <ac:spMk id="25" creationId="{158E38A4-F699-490C-8D1F-E8AD332D9B45}"/>
          </ac:spMkLst>
        </pc:spChg>
        <pc:spChg chg="add del">
          <ac:chgData name="Vidyadhar Dhopte" userId="73c004a04f817bab" providerId="LiveId" clId="{CECF707C-3130-46F3-9267-1716660BDC4F}" dt="2024-12-22T06:31:18.534" v="80"/>
          <ac:spMkLst>
            <pc:docMk/>
            <pc:sldMk cId="2441241901" sldId="262"/>
            <ac:spMk id="26" creationId="{939C6AAB-48AC-41A3-95C2-6BF83715DF62}"/>
          </ac:spMkLst>
        </pc:spChg>
        <pc:spChg chg="add del">
          <ac:chgData name="Vidyadhar Dhopte" userId="73c004a04f817bab" providerId="LiveId" clId="{CECF707C-3130-46F3-9267-1716660BDC4F}" dt="2024-12-22T06:31:18.534" v="80"/>
          <ac:spMkLst>
            <pc:docMk/>
            <pc:sldMk cId="2441241901" sldId="262"/>
            <ac:spMk id="27" creationId="{F6EE861B-7D2F-4B7C-A6E3-5937E81B8025}"/>
          </ac:spMkLst>
        </pc:spChg>
        <pc:grpChg chg="add del">
          <ac:chgData name="Vidyadhar Dhopte" userId="73c004a04f817bab" providerId="LiveId" clId="{CECF707C-3130-46F3-9267-1716660BDC4F}" dt="2024-12-22T06:31:18.534" v="80"/>
          <ac:grpSpMkLst>
            <pc:docMk/>
            <pc:sldMk cId="2441241901" sldId="262"/>
            <ac:grpSpMk id="21" creationId="{073091F1-AA5A-47C6-9502-D5870A72D50C}"/>
          </ac:grpSpMkLst>
        </pc:grpChg>
        <pc:picChg chg="add mod ord">
          <ac:chgData name="Vidyadhar Dhopte" userId="73c004a04f817bab" providerId="LiveId" clId="{CECF707C-3130-46F3-9267-1716660BDC4F}" dt="2024-12-21T13:44:00.508" v="57" actId="14100"/>
          <ac:picMkLst>
            <pc:docMk/>
            <pc:sldMk cId="2441241901" sldId="262"/>
            <ac:picMk id="10" creationId="{D4D9576C-F3CD-4201-D3B7-5AE8E3BFAC20}"/>
          </ac:picMkLst>
        </pc:picChg>
      </pc:sldChg>
      <pc:sldChg chg="addSp delSp modSp mod">
        <pc:chgData name="Vidyadhar Dhopte" userId="73c004a04f817bab" providerId="LiveId" clId="{CECF707C-3130-46F3-9267-1716660BDC4F}" dt="2024-12-22T07:29:42.691" v="149" actId="2711"/>
        <pc:sldMkLst>
          <pc:docMk/>
          <pc:sldMk cId="2480963644" sldId="263"/>
        </pc:sldMkLst>
        <pc:spChg chg="mod">
          <ac:chgData name="Vidyadhar Dhopte" userId="73c004a04f817bab" providerId="LiveId" clId="{CECF707C-3130-46F3-9267-1716660BDC4F}" dt="2024-12-22T07:18:42.751" v="144" actId="27636"/>
          <ac:spMkLst>
            <pc:docMk/>
            <pc:sldMk cId="2480963644" sldId="263"/>
            <ac:spMk id="2" creationId="{BDF5AE1B-191D-720C-DBD5-297063C71BA2}"/>
          </ac:spMkLst>
        </pc:spChg>
        <pc:spChg chg="mod">
          <ac:chgData name="Vidyadhar Dhopte" userId="73c004a04f817bab" providerId="LiveId" clId="{CECF707C-3130-46F3-9267-1716660BDC4F}" dt="2024-12-22T06:31:18.534" v="80"/>
          <ac:spMkLst>
            <pc:docMk/>
            <pc:sldMk cId="2480963644" sldId="263"/>
            <ac:spMk id="3" creationId="{DA7DFE7E-59C8-DAEF-7E71-697B78C97D6A}"/>
          </ac:spMkLst>
        </pc:spChg>
        <pc:spChg chg="add del mod">
          <ac:chgData name="Vidyadhar Dhopte" userId="73c004a04f817bab" providerId="LiveId" clId="{CECF707C-3130-46F3-9267-1716660BDC4F}" dt="2024-12-22T07:29:42.691" v="149" actId="2711"/>
          <ac:spMkLst>
            <pc:docMk/>
            <pc:sldMk cId="2480963644" sldId="263"/>
            <ac:spMk id="6" creationId="{091D78CB-DD95-997F-5767-C3464F14F2AA}"/>
          </ac:spMkLst>
        </pc:spChg>
        <pc:picChg chg="add mod ord">
          <ac:chgData name="Vidyadhar Dhopte" userId="73c004a04f817bab" providerId="LiveId" clId="{CECF707C-3130-46F3-9267-1716660BDC4F}" dt="2024-12-22T06:48:25.020" v="96" actId="14100"/>
          <ac:picMkLst>
            <pc:docMk/>
            <pc:sldMk cId="2480963644" sldId="263"/>
            <ac:picMk id="9" creationId="{FA483409-25AA-B255-74F2-345F8AD7B493}"/>
          </ac:picMkLst>
        </pc:picChg>
      </pc:sldChg>
      <pc:sldChg chg="modSp">
        <pc:chgData name="Vidyadhar Dhopte" userId="73c004a04f817bab" providerId="LiveId" clId="{CECF707C-3130-46F3-9267-1716660BDC4F}" dt="2024-12-22T06:31:18.534" v="80"/>
        <pc:sldMkLst>
          <pc:docMk/>
          <pc:sldMk cId="329378780" sldId="264"/>
        </pc:sldMkLst>
        <pc:spChg chg="mod">
          <ac:chgData name="Vidyadhar Dhopte" userId="73c004a04f817bab" providerId="LiveId" clId="{CECF707C-3130-46F3-9267-1716660BDC4F}" dt="2024-12-22T06:31:18.534" v="80"/>
          <ac:spMkLst>
            <pc:docMk/>
            <pc:sldMk cId="329378780" sldId="264"/>
            <ac:spMk id="2" creationId="{C7EA575E-5E12-287B-CA58-FC308D8C425D}"/>
          </ac:spMkLst>
        </pc:spChg>
      </pc:sldChg>
      <pc:sldChg chg="addSp delSp modSp del mod">
        <pc:chgData name="Vidyadhar Dhopte" userId="73c004a04f817bab" providerId="LiveId" clId="{CECF707C-3130-46F3-9267-1716660BDC4F}" dt="2024-12-22T10:34:18.235" v="241" actId="2696"/>
        <pc:sldMkLst>
          <pc:docMk/>
          <pc:sldMk cId="1082294772" sldId="266"/>
        </pc:sldMkLst>
      </pc:sldChg>
      <pc:sldChg chg="addSp delSp modSp mod delDesignElem">
        <pc:chgData name="Vidyadhar Dhopte" userId="73c004a04f817bab" providerId="LiveId" clId="{CECF707C-3130-46F3-9267-1716660BDC4F}" dt="2024-12-24T09:27:34.912" v="866" actId="20577"/>
        <pc:sldMkLst>
          <pc:docMk/>
          <pc:sldMk cId="3905907725" sldId="267"/>
        </pc:sldMkLst>
        <pc:spChg chg="mod">
          <ac:chgData name="Vidyadhar Dhopte" userId="73c004a04f817bab" providerId="LiveId" clId="{CECF707C-3130-46F3-9267-1716660BDC4F}" dt="2024-12-22T06:31:18.534" v="80"/>
          <ac:spMkLst>
            <pc:docMk/>
            <pc:sldMk cId="3905907725" sldId="267"/>
            <ac:spMk id="2" creationId="{1B26D491-5C30-39F5-58E2-75525E2A0CE7}"/>
          </ac:spMkLst>
        </pc:spChg>
        <pc:spChg chg="mod">
          <ac:chgData name="Vidyadhar Dhopte" userId="73c004a04f817bab" providerId="LiveId" clId="{CECF707C-3130-46F3-9267-1716660BDC4F}" dt="2024-12-24T09:27:34.912" v="866" actId="20577"/>
          <ac:spMkLst>
            <pc:docMk/>
            <pc:sldMk cId="3905907725" sldId="267"/>
            <ac:spMk id="3" creationId="{32E1401B-F3FD-CF0E-2EB8-F6ECD48A4B4C}"/>
          </ac:spMkLst>
        </pc:spChg>
        <pc:spChg chg="mod">
          <ac:chgData name="Vidyadhar Dhopte" userId="73c004a04f817bab" providerId="LiveId" clId="{CECF707C-3130-46F3-9267-1716660BDC4F}" dt="2024-12-22T06:31:18.534" v="80"/>
          <ac:spMkLst>
            <pc:docMk/>
            <pc:sldMk cId="3905907725" sldId="267"/>
            <ac:spMk id="5" creationId="{710EC296-9751-2CD6-33AC-D6B0072E9A34}"/>
          </ac:spMkLst>
        </pc:spChg>
        <pc:spChg chg="add del">
          <ac:chgData name="Vidyadhar Dhopte" userId="73c004a04f817bab" providerId="LiveId" clId="{CECF707C-3130-46F3-9267-1716660BDC4F}" dt="2024-12-22T06:31:18.534" v="80"/>
          <ac:spMkLst>
            <pc:docMk/>
            <pc:sldMk cId="3905907725" sldId="267"/>
            <ac:spMk id="18" creationId="{7B22176A-41DB-4D9A-9B6F-F2296F1ED173}"/>
          </ac:spMkLst>
        </pc:spChg>
        <pc:spChg chg="add del">
          <ac:chgData name="Vidyadhar Dhopte" userId="73c004a04f817bab" providerId="LiveId" clId="{CECF707C-3130-46F3-9267-1716660BDC4F}" dt="2024-12-22T06:31:18.534" v="80"/>
          <ac:spMkLst>
            <pc:docMk/>
            <pc:sldMk cId="3905907725" sldId="267"/>
            <ac:spMk id="20" creationId="{774A8DF5-445E-49C5-B10A-8DF5FEFBCC46}"/>
          </ac:spMkLst>
        </pc:spChg>
        <pc:spChg chg="add del">
          <ac:chgData name="Vidyadhar Dhopte" userId="73c004a04f817bab" providerId="LiveId" clId="{CECF707C-3130-46F3-9267-1716660BDC4F}" dt="2024-12-22T06:31:18.534" v="80"/>
          <ac:spMkLst>
            <pc:docMk/>
            <pc:sldMk cId="3905907725" sldId="267"/>
            <ac:spMk id="22" creationId="{9A4E38D9-EFB8-40B5-B42B-514FBF180360}"/>
          </ac:spMkLst>
        </pc:spChg>
        <pc:grpChg chg="add del">
          <ac:chgData name="Vidyadhar Dhopte" userId="73c004a04f817bab" providerId="LiveId" clId="{CECF707C-3130-46F3-9267-1716660BDC4F}" dt="2024-12-22T06:31:18.534" v="80"/>
          <ac:grpSpMkLst>
            <pc:docMk/>
            <pc:sldMk cId="3905907725" sldId="267"/>
            <ac:grpSpMk id="24" creationId="{D87FFE71-34DC-4C53-AE0F-6B141D081D09}"/>
          </ac:grpSpMkLst>
        </pc:grpChg>
        <pc:picChg chg="add mod">
          <ac:chgData name="Vidyadhar Dhopte" userId="73c004a04f817bab" providerId="LiveId" clId="{CECF707C-3130-46F3-9267-1716660BDC4F}" dt="2024-12-22T10:33:45.062" v="240" actId="14100"/>
          <ac:picMkLst>
            <pc:docMk/>
            <pc:sldMk cId="3905907725" sldId="267"/>
            <ac:picMk id="6" creationId="{C3ADC978-0A39-5B91-B437-84E6C5C34FB0}"/>
          </ac:picMkLst>
        </pc:picChg>
      </pc:sldChg>
      <pc:sldChg chg="addSp delSp modSp mod">
        <pc:chgData name="Vidyadhar Dhopte" userId="73c004a04f817bab" providerId="LiveId" clId="{CECF707C-3130-46F3-9267-1716660BDC4F}" dt="2024-12-24T09:26:36.181" v="820" actId="20577"/>
        <pc:sldMkLst>
          <pc:docMk/>
          <pc:sldMk cId="117251151" sldId="269"/>
        </pc:sldMkLst>
        <pc:spChg chg="mod">
          <ac:chgData name="Vidyadhar Dhopte" userId="73c004a04f817bab" providerId="LiveId" clId="{CECF707C-3130-46F3-9267-1716660BDC4F}" dt="2024-12-23T10:51:14.920" v="526" actId="20577"/>
          <ac:spMkLst>
            <pc:docMk/>
            <pc:sldMk cId="117251151" sldId="269"/>
            <ac:spMk id="2" creationId="{4C918730-1459-1D11-538B-CDDB03220514}"/>
          </ac:spMkLst>
        </pc:spChg>
        <pc:spChg chg="mod">
          <ac:chgData name="Vidyadhar Dhopte" userId="73c004a04f817bab" providerId="LiveId" clId="{CECF707C-3130-46F3-9267-1716660BDC4F}" dt="2024-12-22T06:31:18.534" v="80"/>
          <ac:spMkLst>
            <pc:docMk/>
            <pc:sldMk cId="117251151" sldId="269"/>
            <ac:spMk id="3" creationId="{4639C7FE-F773-C01C-788D-3B91178E7127}"/>
          </ac:spMkLst>
        </pc:spChg>
        <pc:spChg chg="add del mod">
          <ac:chgData name="Vidyadhar Dhopte" userId="73c004a04f817bab" providerId="LiveId" clId="{CECF707C-3130-46F3-9267-1716660BDC4F}" dt="2024-12-23T10:50:33.914" v="464" actId="22"/>
          <ac:spMkLst>
            <pc:docMk/>
            <pc:sldMk cId="117251151" sldId="269"/>
            <ac:spMk id="6" creationId="{5E654D19-EFCA-A42C-C55A-D10857335958}"/>
          </ac:spMkLst>
        </pc:spChg>
        <pc:spChg chg="add mod">
          <ac:chgData name="Vidyadhar Dhopte" userId="73c004a04f817bab" providerId="LiveId" clId="{CECF707C-3130-46F3-9267-1716660BDC4F}" dt="2024-12-24T09:26:36.181" v="820" actId="20577"/>
          <ac:spMkLst>
            <pc:docMk/>
            <pc:sldMk cId="117251151" sldId="269"/>
            <ac:spMk id="9" creationId="{F65CDD9E-369A-F2D3-61EA-152FAC017808}"/>
          </ac:spMkLst>
        </pc:spChg>
        <pc:graphicFrameChg chg="del mod">
          <ac:chgData name="Vidyadhar Dhopte" userId="73c004a04f817bab" providerId="LiveId" clId="{CECF707C-3130-46F3-9267-1716660BDC4F}" dt="2024-12-23T10:51:34.874" v="528" actId="478"/>
          <ac:graphicFrameMkLst>
            <pc:docMk/>
            <pc:sldMk cId="117251151" sldId="269"/>
            <ac:graphicFrameMk id="13" creationId="{05389FB4-C1F2-A41D-7571-E9A7994AAEE3}"/>
          </ac:graphicFrameMkLst>
        </pc:graphicFrameChg>
        <pc:picChg chg="del">
          <ac:chgData name="Vidyadhar Dhopte" userId="73c004a04f817bab" providerId="LiveId" clId="{CECF707C-3130-46F3-9267-1716660BDC4F}" dt="2024-12-23T10:45:58.375" v="463" actId="478"/>
          <ac:picMkLst>
            <pc:docMk/>
            <pc:sldMk cId="117251151" sldId="269"/>
            <ac:picMk id="5" creationId="{15798F05-F02D-3C17-885B-6A7E15804722}"/>
          </ac:picMkLst>
        </pc:picChg>
        <pc:picChg chg="add mod ord">
          <ac:chgData name="Vidyadhar Dhopte" userId="73c004a04f817bab" providerId="LiveId" clId="{CECF707C-3130-46F3-9267-1716660BDC4F}" dt="2024-12-23T10:53:59.437" v="538" actId="1076"/>
          <ac:picMkLst>
            <pc:docMk/>
            <pc:sldMk cId="117251151" sldId="269"/>
            <ac:picMk id="8" creationId="{84950C4E-9159-21F3-18BD-D198BF4CFEB1}"/>
          </ac:picMkLst>
        </pc:picChg>
      </pc:sldChg>
      <pc:sldChg chg="addSp delSp modSp del mod delDesignElem">
        <pc:chgData name="Vidyadhar Dhopte" userId="73c004a04f817bab" providerId="LiveId" clId="{CECF707C-3130-46F3-9267-1716660BDC4F}" dt="2024-12-24T09:13:07.896" v="729" actId="2696"/>
        <pc:sldMkLst>
          <pc:docMk/>
          <pc:sldMk cId="4142647102" sldId="271"/>
        </pc:sldMkLst>
        <pc:spChg chg="add mod">
          <ac:chgData name="Vidyadhar Dhopte" userId="73c004a04f817bab" providerId="LiveId" clId="{CECF707C-3130-46F3-9267-1716660BDC4F}" dt="2024-12-23T10:54:08.093" v="539" actId="478"/>
          <ac:spMkLst>
            <pc:docMk/>
            <pc:sldMk cId="4142647102" sldId="271"/>
            <ac:spMk id="7" creationId="{0B076475-878D-1670-E75F-E35A2AB95A71}"/>
          </ac:spMkLst>
        </pc:spChg>
        <pc:picChg chg="del">
          <ac:chgData name="Vidyadhar Dhopte" userId="73c004a04f817bab" providerId="LiveId" clId="{CECF707C-3130-46F3-9267-1716660BDC4F}" dt="2024-12-23T10:54:08.093" v="539" actId="478"/>
          <ac:picMkLst>
            <pc:docMk/>
            <pc:sldMk cId="4142647102" sldId="271"/>
            <ac:picMk id="4" creationId="{727D5288-5D10-9ACF-8990-202FAA8D580C}"/>
          </ac:picMkLst>
        </pc:picChg>
      </pc:sldChg>
      <pc:sldChg chg="addSp delSp modSp mod delDesignElem">
        <pc:chgData name="Vidyadhar Dhopte" userId="73c004a04f817bab" providerId="LiveId" clId="{CECF707C-3130-46F3-9267-1716660BDC4F}" dt="2024-12-22T06:31:18.534" v="80"/>
        <pc:sldMkLst>
          <pc:docMk/>
          <pc:sldMk cId="2788704690" sldId="275"/>
        </pc:sldMkLst>
        <pc:spChg chg="mod">
          <ac:chgData name="Vidyadhar Dhopte" userId="73c004a04f817bab" providerId="LiveId" clId="{CECF707C-3130-46F3-9267-1716660BDC4F}" dt="2024-12-22T06:31:18.534" v="80"/>
          <ac:spMkLst>
            <pc:docMk/>
            <pc:sldMk cId="2788704690" sldId="275"/>
            <ac:spMk id="2" creationId="{B5FBFE1C-F794-839A-9EF0-7B46C17BD290}"/>
          </ac:spMkLst>
        </pc:spChg>
        <pc:spChg chg="mod">
          <ac:chgData name="Vidyadhar Dhopte" userId="73c004a04f817bab" providerId="LiveId" clId="{CECF707C-3130-46F3-9267-1716660BDC4F}" dt="2024-12-22T06:31:17.443" v="78"/>
          <ac:spMkLst>
            <pc:docMk/>
            <pc:sldMk cId="2788704690" sldId="275"/>
            <ac:spMk id="3" creationId="{C352E82C-C5DB-A929-4DB6-C6EC838DB94A}"/>
          </ac:spMkLst>
        </pc:spChg>
        <pc:spChg chg="add del">
          <ac:chgData name="Vidyadhar Dhopte" userId="73c004a04f817bab" providerId="LiveId" clId="{CECF707C-3130-46F3-9267-1716660BDC4F}" dt="2024-12-22T06:31:18.534" v="80"/>
          <ac:spMkLst>
            <pc:docMk/>
            <pc:sldMk cId="2788704690" sldId="275"/>
            <ac:spMk id="9" creationId="{158E38A4-F699-490C-8D1F-E8AD332D9B45}"/>
          </ac:spMkLst>
        </pc:spChg>
        <pc:spChg chg="add del">
          <ac:chgData name="Vidyadhar Dhopte" userId="73c004a04f817bab" providerId="LiveId" clId="{CECF707C-3130-46F3-9267-1716660BDC4F}" dt="2024-12-22T06:31:18.534" v="80"/>
          <ac:spMkLst>
            <pc:docMk/>
            <pc:sldMk cId="2788704690" sldId="275"/>
            <ac:spMk id="11" creationId="{939C6AAB-48AC-41A3-95C2-6BF83715DF62}"/>
          </ac:spMkLst>
        </pc:spChg>
        <pc:spChg chg="add del">
          <ac:chgData name="Vidyadhar Dhopte" userId="73c004a04f817bab" providerId="LiveId" clId="{CECF707C-3130-46F3-9267-1716660BDC4F}" dt="2024-12-22T06:31:18.534" v="80"/>
          <ac:spMkLst>
            <pc:docMk/>
            <pc:sldMk cId="2788704690" sldId="275"/>
            <ac:spMk id="13" creationId="{F6EE861B-7D2F-4B7C-A6E3-5937E81B8025}"/>
          </ac:spMkLst>
        </pc:spChg>
        <pc:grpChg chg="add del">
          <ac:chgData name="Vidyadhar Dhopte" userId="73c004a04f817bab" providerId="LiveId" clId="{CECF707C-3130-46F3-9267-1716660BDC4F}" dt="2024-12-22T06:31:18.534" v="80"/>
          <ac:grpSpMkLst>
            <pc:docMk/>
            <pc:sldMk cId="2788704690" sldId="275"/>
            <ac:grpSpMk id="15" creationId="{53745597-CF0F-4C14-83C4-612B382A9091}"/>
          </ac:grpSpMkLst>
        </pc:grpChg>
      </pc:sldChg>
      <pc:sldChg chg="addSp delSp modSp mod setBg">
        <pc:chgData name="Vidyadhar Dhopte" userId="73c004a04f817bab" providerId="LiveId" clId="{CECF707C-3130-46F3-9267-1716660BDC4F}" dt="2024-12-24T09:20:35.268" v="737" actId="26606"/>
        <pc:sldMkLst>
          <pc:docMk/>
          <pc:sldMk cId="2208519840" sldId="276"/>
        </pc:sldMkLst>
        <pc:spChg chg="mod">
          <ac:chgData name="Vidyadhar Dhopte" userId="73c004a04f817bab" providerId="LiveId" clId="{CECF707C-3130-46F3-9267-1716660BDC4F}" dt="2024-12-24T09:20:28.974" v="735" actId="26606"/>
          <ac:spMkLst>
            <pc:docMk/>
            <pc:sldMk cId="2208519840" sldId="276"/>
            <ac:spMk id="2" creationId="{A836E9D7-1506-61C4-8992-8B5B1928D07E}"/>
          </ac:spMkLst>
        </pc:spChg>
        <pc:spChg chg="add del">
          <ac:chgData name="Vidyadhar Dhopte" userId="73c004a04f817bab" providerId="LiveId" clId="{CECF707C-3130-46F3-9267-1716660BDC4F}" dt="2024-12-24T09:20:18.276" v="731" actId="26606"/>
          <ac:spMkLst>
            <pc:docMk/>
            <pc:sldMk cId="2208519840" sldId="276"/>
            <ac:spMk id="11" creationId="{7B22176A-41DB-4D9A-9B6F-F2296F1ED173}"/>
          </ac:spMkLst>
        </pc:spChg>
        <pc:spChg chg="add del">
          <ac:chgData name="Vidyadhar Dhopte" userId="73c004a04f817bab" providerId="LiveId" clId="{CECF707C-3130-46F3-9267-1716660BDC4F}" dt="2024-12-24T09:20:18.276" v="731" actId="26606"/>
          <ac:spMkLst>
            <pc:docMk/>
            <pc:sldMk cId="2208519840" sldId="276"/>
            <ac:spMk id="13" creationId="{774A8DF5-445E-49C5-B10A-8DF5FEFBCC46}"/>
          </ac:spMkLst>
        </pc:spChg>
        <pc:spChg chg="add del">
          <ac:chgData name="Vidyadhar Dhopte" userId="73c004a04f817bab" providerId="LiveId" clId="{CECF707C-3130-46F3-9267-1716660BDC4F}" dt="2024-12-24T09:20:18.276" v="731" actId="26606"/>
          <ac:spMkLst>
            <pc:docMk/>
            <pc:sldMk cId="2208519840" sldId="276"/>
            <ac:spMk id="15" creationId="{9A4E38D9-EFB8-40B5-B42B-514FBF180360}"/>
          </ac:spMkLst>
        </pc:spChg>
        <pc:spChg chg="add del">
          <ac:chgData name="Vidyadhar Dhopte" userId="73c004a04f817bab" providerId="LiveId" clId="{CECF707C-3130-46F3-9267-1716660BDC4F}" dt="2024-12-24T09:20:22.283" v="733" actId="26606"/>
          <ac:spMkLst>
            <pc:docMk/>
            <pc:sldMk cId="2208519840" sldId="276"/>
            <ac:spMk id="22" creationId="{7B22176A-41DB-4D9A-9B6F-F2296F1ED173}"/>
          </ac:spMkLst>
        </pc:spChg>
        <pc:spChg chg="add del">
          <ac:chgData name="Vidyadhar Dhopte" userId="73c004a04f817bab" providerId="LiveId" clId="{CECF707C-3130-46F3-9267-1716660BDC4F}" dt="2024-12-24T09:20:22.283" v="733" actId="26606"/>
          <ac:spMkLst>
            <pc:docMk/>
            <pc:sldMk cId="2208519840" sldId="276"/>
            <ac:spMk id="23" creationId="{774A8DF5-445E-49C5-B10A-8DF5FEFBCC46}"/>
          </ac:spMkLst>
        </pc:spChg>
        <pc:spChg chg="add del">
          <ac:chgData name="Vidyadhar Dhopte" userId="73c004a04f817bab" providerId="LiveId" clId="{CECF707C-3130-46F3-9267-1716660BDC4F}" dt="2024-12-24T09:20:22.283" v="733" actId="26606"/>
          <ac:spMkLst>
            <pc:docMk/>
            <pc:sldMk cId="2208519840" sldId="276"/>
            <ac:spMk id="24" creationId="{9A4E38D9-EFB8-40B5-B42B-514FBF180360}"/>
          </ac:spMkLst>
        </pc:spChg>
        <pc:spChg chg="add del">
          <ac:chgData name="Vidyadhar Dhopte" userId="73c004a04f817bab" providerId="LiveId" clId="{CECF707C-3130-46F3-9267-1716660BDC4F}" dt="2024-12-24T09:20:28.974" v="735" actId="26606"/>
          <ac:spMkLst>
            <pc:docMk/>
            <pc:sldMk cId="2208519840" sldId="276"/>
            <ac:spMk id="28" creationId="{7B22176A-41DB-4D9A-9B6F-F2296F1ED173}"/>
          </ac:spMkLst>
        </pc:spChg>
        <pc:spChg chg="add del">
          <ac:chgData name="Vidyadhar Dhopte" userId="73c004a04f817bab" providerId="LiveId" clId="{CECF707C-3130-46F3-9267-1716660BDC4F}" dt="2024-12-24T09:20:28.974" v="735" actId="26606"/>
          <ac:spMkLst>
            <pc:docMk/>
            <pc:sldMk cId="2208519840" sldId="276"/>
            <ac:spMk id="29" creationId="{774A8DF5-445E-49C5-B10A-8DF5FEFBCC46}"/>
          </ac:spMkLst>
        </pc:spChg>
        <pc:spChg chg="add del">
          <ac:chgData name="Vidyadhar Dhopte" userId="73c004a04f817bab" providerId="LiveId" clId="{CECF707C-3130-46F3-9267-1716660BDC4F}" dt="2024-12-24T09:20:28.974" v="735" actId="26606"/>
          <ac:spMkLst>
            <pc:docMk/>
            <pc:sldMk cId="2208519840" sldId="276"/>
            <ac:spMk id="30" creationId="{9A4E38D9-EFB8-40B5-B42B-514FBF180360}"/>
          </ac:spMkLst>
        </pc:spChg>
        <pc:grpChg chg="add del">
          <ac:chgData name="Vidyadhar Dhopte" userId="73c004a04f817bab" providerId="LiveId" clId="{CECF707C-3130-46F3-9267-1716660BDC4F}" dt="2024-12-24T09:20:18.276" v="731" actId="26606"/>
          <ac:grpSpMkLst>
            <pc:docMk/>
            <pc:sldMk cId="2208519840" sldId="276"/>
            <ac:grpSpMk id="17" creationId="{D87FFE71-34DC-4C53-AE0F-6B141D081D09}"/>
          </ac:grpSpMkLst>
        </pc:grpChg>
        <pc:grpChg chg="add del">
          <ac:chgData name="Vidyadhar Dhopte" userId="73c004a04f817bab" providerId="LiveId" clId="{CECF707C-3130-46F3-9267-1716660BDC4F}" dt="2024-12-24T09:20:22.283" v="733" actId="26606"/>
          <ac:grpSpMkLst>
            <pc:docMk/>
            <pc:sldMk cId="2208519840" sldId="276"/>
            <ac:grpSpMk id="25" creationId="{D87FFE71-34DC-4C53-AE0F-6B141D081D09}"/>
          </ac:grpSpMkLst>
        </pc:grpChg>
        <pc:grpChg chg="add del">
          <ac:chgData name="Vidyadhar Dhopte" userId="73c004a04f817bab" providerId="LiveId" clId="{CECF707C-3130-46F3-9267-1716660BDC4F}" dt="2024-12-24T09:20:28.974" v="735" actId="26606"/>
          <ac:grpSpMkLst>
            <pc:docMk/>
            <pc:sldMk cId="2208519840" sldId="276"/>
            <ac:grpSpMk id="31" creationId="{D87FFE71-34DC-4C53-AE0F-6B141D081D09}"/>
          </ac:grpSpMkLst>
        </pc:grpChg>
        <pc:graphicFrameChg chg="mod ord modGraphic">
          <ac:chgData name="Vidyadhar Dhopte" userId="73c004a04f817bab" providerId="LiveId" clId="{CECF707C-3130-46F3-9267-1716660BDC4F}" dt="2024-12-24T09:20:35.268" v="737" actId="26606"/>
          <ac:graphicFrameMkLst>
            <pc:docMk/>
            <pc:sldMk cId="2208519840" sldId="276"/>
            <ac:graphicFrameMk id="6" creationId="{CB650585-3B29-D260-D767-8EF06C512ACF}"/>
          </ac:graphicFrameMkLst>
        </pc:graphicFrameChg>
      </pc:sldChg>
      <pc:sldChg chg="modSp mod">
        <pc:chgData name="Vidyadhar Dhopte" userId="73c004a04f817bab" providerId="LiveId" clId="{CECF707C-3130-46F3-9267-1716660BDC4F}" dt="2024-12-22T06:31:18.534" v="80"/>
        <pc:sldMkLst>
          <pc:docMk/>
          <pc:sldMk cId="2072493122" sldId="277"/>
        </pc:sldMkLst>
        <pc:spChg chg="mod">
          <ac:chgData name="Vidyadhar Dhopte" userId="73c004a04f817bab" providerId="LiveId" clId="{CECF707C-3130-46F3-9267-1716660BDC4F}" dt="2024-12-22T06:31:18.534" v="80"/>
          <ac:spMkLst>
            <pc:docMk/>
            <pc:sldMk cId="2072493122" sldId="277"/>
            <ac:spMk id="2" creationId="{507788C2-0D5C-72E8-BC80-BD7453015805}"/>
          </ac:spMkLst>
        </pc:spChg>
        <pc:spChg chg="mod">
          <ac:chgData name="Vidyadhar Dhopte" userId="73c004a04f817bab" providerId="LiveId" clId="{CECF707C-3130-46F3-9267-1716660BDC4F}" dt="2024-12-22T06:31:18.534" v="80"/>
          <ac:spMkLst>
            <pc:docMk/>
            <pc:sldMk cId="2072493122" sldId="277"/>
            <ac:spMk id="4" creationId="{F9E66531-3BC4-9BBF-563A-11D9AC0D3136}"/>
          </ac:spMkLst>
        </pc:spChg>
      </pc:sldChg>
      <pc:sldChg chg="modSp">
        <pc:chgData name="Vidyadhar Dhopte" userId="73c004a04f817bab" providerId="LiveId" clId="{CECF707C-3130-46F3-9267-1716660BDC4F}" dt="2024-12-22T06:31:18.534" v="80"/>
        <pc:sldMkLst>
          <pc:docMk/>
          <pc:sldMk cId="1561642265" sldId="278"/>
        </pc:sldMkLst>
        <pc:spChg chg="mod">
          <ac:chgData name="Vidyadhar Dhopte" userId="73c004a04f817bab" providerId="LiveId" clId="{CECF707C-3130-46F3-9267-1716660BDC4F}" dt="2024-12-22T06:31:18.534" v="80"/>
          <ac:spMkLst>
            <pc:docMk/>
            <pc:sldMk cId="1561642265" sldId="278"/>
            <ac:spMk id="2" creationId="{C0B52862-7DD2-DB06-00C0-47B4FD36A574}"/>
          </ac:spMkLst>
        </pc:spChg>
      </pc:sldChg>
      <pc:sldChg chg="addSp delSp modSp delDesignElem">
        <pc:chgData name="Vidyadhar Dhopte" userId="73c004a04f817bab" providerId="LiveId" clId="{CECF707C-3130-46F3-9267-1716660BDC4F}" dt="2024-12-22T06:31:18.534" v="80"/>
        <pc:sldMkLst>
          <pc:docMk/>
          <pc:sldMk cId="3962109701" sldId="279"/>
        </pc:sldMkLst>
        <pc:spChg chg="mod">
          <ac:chgData name="Vidyadhar Dhopte" userId="73c004a04f817bab" providerId="LiveId" clId="{CECF707C-3130-46F3-9267-1716660BDC4F}" dt="2024-12-22T06:31:18.534" v="80"/>
          <ac:spMkLst>
            <pc:docMk/>
            <pc:sldMk cId="3962109701" sldId="279"/>
            <ac:spMk id="4" creationId="{CFDA2552-CF4C-97DD-899F-81332977F75F}"/>
          </ac:spMkLst>
        </pc:spChg>
        <pc:spChg chg="add del">
          <ac:chgData name="Vidyadhar Dhopte" userId="73c004a04f817bab" providerId="LiveId" clId="{CECF707C-3130-46F3-9267-1716660BDC4F}" dt="2024-12-22T06:31:18.534" v="80"/>
          <ac:spMkLst>
            <pc:docMk/>
            <pc:sldMk cId="3962109701" sldId="279"/>
            <ac:spMk id="9" creationId="{C07271E9-21F4-400B-84B6-052EAFCFE540}"/>
          </ac:spMkLst>
        </pc:spChg>
        <pc:spChg chg="add del">
          <ac:chgData name="Vidyadhar Dhopte" userId="73c004a04f817bab" providerId="LiveId" clId="{CECF707C-3130-46F3-9267-1716660BDC4F}" dt="2024-12-22T06:31:18.534" v="80"/>
          <ac:spMkLst>
            <pc:docMk/>
            <pc:sldMk cId="3962109701" sldId="279"/>
            <ac:spMk id="11" creationId="{3E3D78ED-34B7-4F8E-8377-994DCAD3C852}"/>
          </ac:spMkLst>
        </pc:spChg>
        <pc:grpChg chg="add del">
          <ac:chgData name="Vidyadhar Dhopte" userId="73c004a04f817bab" providerId="LiveId" clId="{CECF707C-3130-46F3-9267-1716660BDC4F}" dt="2024-12-22T06:31:18.534" v="80"/>
          <ac:grpSpMkLst>
            <pc:docMk/>
            <pc:sldMk cId="3962109701" sldId="279"/>
            <ac:grpSpMk id="13" creationId="{A1527245-C5C2-4BD3-8317-C4D6D7A10213}"/>
          </ac:grpSpMkLst>
        </pc:grpChg>
      </pc:sldChg>
      <pc:sldChg chg="modSp">
        <pc:chgData name="Vidyadhar Dhopte" userId="73c004a04f817bab" providerId="LiveId" clId="{CECF707C-3130-46F3-9267-1716660BDC4F}" dt="2024-12-22T06:31:18.534" v="80"/>
        <pc:sldMkLst>
          <pc:docMk/>
          <pc:sldMk cId="3298305005" sldId="280"/>
        </pc:sldMkLst>
        <pc:spChg chg="mod">
          <ac:chgData name="Vidyadhar Dhopte" userId="73c004a04f817bab" providerId="LiveId" clId="{CECF707C-3130-46F3-9267-1716660BDC4F}" dt="2024-12-22T06:31:18.534" v="80"/>
          <ac:spMkLst>
            <pc:docMk/>
            <pc:sldMk cId="3298305005" sldId="280"/>
            <ac:spMk id="6" creationId="{76FAD0D6-D31B-E43E-2F6E-34F3C41561CF}"/>
          </ac:spMkLst>
        </pc:spChg>
      </pc:sldChg>
      <pc:sldChg chg="addSp delSp modSp mod delDesignElem">
        <pc:chgData name="Vidyadhar Dhopte" userId="73c004a04f817bab" providerId="LiveId" clId="{CECF707C-3130-46F3-9267-1716660BDC4F}" dt="2024-12-22T06:32:27.303" v="82" actId="113"/>
        <pc:sldMkLst>
          <pc:docMk/>
          <pc:sldMk cId="4226385886" sldId="281"/>
        </pc:sldMkLst>
        <pc:spChg chg="mod">
          <ac:chgData name="Vidyadhar Dhopte" userId="73c004a04f817bab" providerId="LiveId" clId="{CECF707C-3130-46F3-9267-1716660BDC4F}" dt="2024-12-22T06:32:27.303" v="82" actId="113"/>
          <ac:spMkLst>
            <pc:docMk/>
            <pc:sldMk cId="4226385886" sldId="281"/>
            <ac:spMk id="2" creationId="{4F525AEE-1152-E320-CB91-FFF933F4F82B}"/>
          </ac:spMkLst>
        </pc:spChg>
        <pc:spChg chg="mod">
          <ac:chgData name="Vidyadhar Dhopte" userId="73c004a04f817bab" providerId="LiveId" clId="{CECF707C-3130-46F3-9267-1716660BDC4F}" dt="2024-12-22T06:31:18.534" v="80"/>
          <ac:spMkLst>
            <pc:docMk/>
            <pc:sldMk cId="4226385886" sldId="281"/>
            <ac:spMk id="4" creationId="{9240ACA8-13BC-DD1A-B141-7AB02FA287B6}"/>
          </ac:spMkLst>
        </pc:spChg>
        <pc:spChg chg="add">
          <ac:chgData name="Vidyadhar Dhopte" userId="73c004a04f817bab" providerId="LiveId" clId="{CECF707C-3130-46F3-9267-1716660BDC4F}" dt="2024-12-22T06:32:21.873" v="81" actId="26606"/>
          <ac:spMkLst>
            <pc:docMk/>
            <pc:sldMk cId="4226385886" sldId="281"/>
            <ac:spMk id="19" creationId="{7B22176A-41DB-4D9A-9B6F-F2296F1ED173}"/>
          </ac:spMkLst>
        </pc:spChg>
        <pc:spChg chg="add">
          <ac:chgData name="Vidyadhar Dhopte" userId="73c004a04f817bab" providerId="LiveId" clId="{CECF707C-3130-46F3-9267-1716660BDC4F}" dt="2024-12-22T06:32:21.873" v="81" actId="26606"/>
          <ac:spMkLst>
            <pc:docMk/>
            <pc:sldMk cId="4226385886" sldId="281"/>
            <ac:spMk id="21" creationId="{774A8DF5-445E-49C5-B10A-8DF5FEFBCC46}"/>
          </ac:spMkLst>
        </pc:spChg>
        <pc:spChg chg="add">
          <ac:chgData name="Vidyadhar Dhopte" userId="73c004a04f817bab" providerId="LiveId" clId="{CECF707C-3130-46F3-9267-1716660BDC4F}" dt="2024-12-22T06:32:21.873" v="81" actId="26606"/>
          <ac:spMkLst>
            <pc:docMk/>
            <pc:sldMk cId="4226385886" sldId="281"/>
            <ac:spMk id="23" creationId="{9A4E38D9-EFB8-40B5-B42B-514FBF180360}"/>
          </ac:spMkLst>
        </pc:spChg>
        <pc:grpChg chg="add">
          <ac:chgData name="Vidyadhar Dhopte" userId="73c004a04f817bab" providerId="LiveId" clId="{CECF707C-3130-46F3-9267-1716660BDC4F}" dt="2024-12-22T06:32:21.873" v="81" actId="26606"/>
          <ac:grpSpMkLst>
            <pc:docMk/>
            <pc:sldMk cId="4226385886" sldId="281"/>
            <ac:grpSpMk id="25" creationId="{D87FFE71-34DC-4C53-AE0F-6B141D081D09}"/>
          </ac:grpSpMkLst>
        </pc:grpChg>
        <pc:graphicFrameChg chg="mod modGraphic">
          <ac:chgData name="Vidyadhar Dhopte" userId="73c004a04f817bab" providerId="LiveId" clId="{CECF707C-3130-46F3-9267-1716660BDC4F}" dt="2024-12-22T06:32:21.873" v="81" actId="26606"/>
          <ac:graphicFrameMkLst>
            <pc:docMk/>
            <pc:sldMk cId="4226385886" sldId="281"/>
            <ac:graphicFrameMk id="6" creationId="{5CC49532-4FF8-3EC4-61A6-BFD803182631}"/>
          </ac:graphicFrameMkLst>
        </pc:graphicFrameChg>
      </pc:sldChg>
      <pc:sldChg chg="modSp del">
        <pc:chgData name="Vidyadhar Dhopte" userId="73c004a04f817bab" providerId="LiveId" clId="{CECF707C-3130-46F3-9267-1716660BDC4F}" dt="2024-12-23T10:45:53.271" v="462" actId="2696"/>
        <pc:sldMkLst>
          <pc:docMk/>
          <pc:sldMk cId="912931828" sldId="282"/>
        </pc:sldMkLst>
      </pc:sldChg>
      <pc:sldChg chg="addSp delSp modSp mod">
        <pc:chgData name="Vidyadhar Dhopte" userId="73c004a04f817bab" providerId="LiveId" clId="{CECF707C-3130-46F3-9267-1716660BDC4F}" dt="2024-12-24T09:12:44.818" v="728" actId="14100"/>
        <pc:sldMkLst>
          <pc:docMk/>
          <pc:sldMk cId="3708310472" sldId="283"/>
        </pc:sldMkLst>
        <pc:spChg chg="mod">
          <ac:chgData name="Vidyadhar Dhopte" userId="73c004a04f817bab" providerId="LiveId" clId="{CECF707C-3130-46F3-9267-1716660BDC4F}" dt="2024-12-22T06:31:18.534" v="80"/>
          <ac:spMkLst>
            <pc:docMk/>
            <pc:sldMk cId="3708310472" sldId="283"/>
            <ac:spMk id="4" creationId="{23922D18-44E4-1E1E-222E-261ECC45E36C}"/>
          </ac:spMkLst>
        </pc:spChg>
        <pc:picChg chg="add mod">
          <ac:chgData name="Vidyadhar Dhopte" userId="73c004a04f817bab" providerId="LiveId" clId="{CECF707C-3130-46F3-9267-1716660BDC4F}" dt="2024-12-24T09:12:44.818" v="728" actId="14100"/>
          <ac:picMkLst>
            <pc:docMk/>
            <pc:sldMk cId="3708310472" sldId="283"/>
            <ac:picMk id="5" creationId="{61739BBB-704A-645A-C469-EB2B7E3844E9}"/>
          </ac:picMkLst>
        </pc:picChg>
        <pc:picChg chg="del">
          <ac:chgData name="Vidyadhar Dhopte" userId="73c004a04f817bab" providerId="LiveId" clId="{CECF707C-3130-46F3-9267-1716660BDC4F}" dt="2024-12-24T09:06:23.327" v="724" actId="478"/>
          <ac:picMkLst>
            <pc:docMk/>
            <pc:sldMk cId="3708310472" sldId="283"/>
            <ac:picMk id="6" creationId="{8E48CBB9-0A6F-AEBD-F25E-CEE1D67F6959}"/>
          </ac:picMkLst>
        </pc:picChg>
      </pc:sldChg>
      <pc:sldChg chg="addSp delSp modSp new del">
        <pc:chgData name="Vidyadhar Dhopte" userId="73c004a04f817bab" providerId="LiveId" clId="{CECF707C-3130-46F3-9267-1716660BDC4F}" dt="2024-12-21T13:41:25.734" v="28" actId="680"/>
        <pc:sldMkLst>
          <pc:docMk/>
          <pc:sldMk cId="449732220" sldId="284"/>
        </pc:sldMkLst>
      </pc:sldChg>
      <pc:sldChg chg="addSp delSp modSp new mod">
        <pc:chgData name="Vidyadhar Dhopte" userId="73c004a04f817bab" providerId="LiveId" clId="{CECF707C-3130-46F3-9267-1716660BDC4F}" dt="2024-12-24T09:28:10.795" v="867" actId="113"/>
        <pc:sldMkLst>
          <pc:docMk/>
          <pc:sldMk cId="1230012608" sldId="284"/>
        </pc:sldMkLst>
        <pc:spChg chg="mod">
          <ac:chgData name="Vidyadhar Dhopte" userId="73c004a04f817bab" providerId="LiveId" clId="{CECF707C-3130-46F3-9267-1716660BDC4F}" dt="2024-12-24T09:28:10.795" v="867" actId="113"/>
          <ac:spMkLst>
            <pc:docMk/>
            <pc:sldMk cId="1230012608" sldId="284"/>
            <ac:spMk id="2" creationId="{E4C84D5B-80A9-5EF2-811F-4298CE657AF1}"/>
          </ac:spMkLst>
        </pc:spChg>
        <pc:spChg chg="add mod">
          <ac:chgData name="Vidyadhar Dhopte" userId="73c004a04f817bab" providerId="LiveId" clId="{CECF707C-3130-46F3-9267-1716660BDC4F}" dt="2024-12-22T10:30:29.432" v="229" actId="255"/>
          <ac:spMkLst>
            <pc:docMk/>
            <pc:sldMk cId="1230012608" sldId="284"/>
            <ac:spMk id="7" creationId="{B6CD1A5B-5769-DCE1-328C-C322839AEC46}"/>
          </ac:spMkLst>
        </pc:spChg>
        <pc:picChg chg="add mod">
          <ac:chgData name="Vidyadhar Dhopte" userId="73c004a04f817bab" providerId="LiveId" clId="{CECF707C-3130-46F3-9267-1716660BDC4F}" dt="2024-12-22T10:27:07.732" v="174" actId="14100"/>
          <ac:picMkLst>
            <pc:docMk/>
            <pc:sldMk cId="1230012608" sldId="284"/>
            <ac:picMk id="5" creationId="{6E11DFA0-7EA9-5308-0F8C-FC109BC22429}"/>
          </ac:picMkLst>
        </pc:picChg>
      </pc:sldChg>
      <pc:sldChg chg="addSp delSp modSp new mod setBg">
        <pc:chgData name="Vidyadhar Dhopte" userId="73c004a04f817bab" providerId="LiveId" clId="{CECF707C-3130-46F3-9267-1716660BDC4F}" dt="2024-12-23T10:45:30.063" v="461" actId="123"/>
        <pc:sldMkLst>
          <pc:docMk/>
          <pc:sldMk cId="1393629097" sldId="285"/>
        </pc:sldMkLst>
        <pc:spChg chg="mod">
          <ac:chgData name="Vidyadhar Dhopte" userId="73c004a04f817bab" providerId="LiveId" clId="{CECF707C-3130-46F3-9267-1716660BDC4F}" dt="2024-12-23T10:04:32.245" v="354" actId="14100"/>
          <ac:spMkLst>
            <pc:docMk/>
            <pc:sldMk cId="1393629097" sldId="285"/>
            <ac:spMk id="2" creationId="{EF673470-40D0-19D1-3DDD-3EDB12079229}"/>
          </ac:spMkLst>
        </pc:spChg>
        <pc:spChg chg="mod ord">
          <ac:chgData name="Vidyadhar Dhopte" userId="73c004a04f817bab" providerId="LiveId" clId="{CECF707C-3130-46F3-9267-1716660BDC4F}" dt="2024-12-22T10:35:57.142" v="260" actId="26606"/>
          <ac:spMkLst>
            <pc:docMk/>
            <pc:sldMk cId="1393629097" sldId="285"/>
            <ac:spMk id="4" creationId="{E66AE825-4C79-379A-288E-A408E53AC903}"/>
          </ac:spMkLst>
        </pc:spChg>
        <pc:spChg chg="add mod">
          <ac:chgData name="Vidyadhar Dhopte" userId="73c004a04f817bab" providerId="LiveId" clId="{CECF707C-3130-46F3-9267-1716660BDC4F}" dt="2024-12-23T10:45:30.063" v="461" actId="123"/>
          <ac:spMkLst>
            <pc:docMk/>
            <pc:sldMk cId="1393629097" sldId="285"/>
            <ac:spMk id="7" creationId="{2E5B8606-CA77-DBF4-88BF-1A81DF973C61}"/>
          </ac:spMkLst>
        </pc:spChg>
        <pc:spChg chg="add">
          <ac:chgData name="Vidyadhar Dhopte" userId="73c004a04f817bab" providerId="LiveId" clId="{CECF707C-3130-46F3-9267-1716660BDC4F}" dt="2024-12-22T10:35:57.142" v="260" actId="26606"/>
          <ac:spMkLst>
            <pc:docMk/>
            <pc:sldMk cId="1393629097" sldId="285"/>
            <ac:spMk id="12" creationId="{158E38A4-F699-490C-8D1F-E8AD332D9B45}"/>
          </ac:spMkLst>
        </pc:spChg>
        <pc:spChg chg="add">
          <ac:chgData name="Vidyadhar Dhopte" userId="73c004a04f817bab" providerId="LiveId" clId="{CECF707C-3130-46F3-9267-1716660BDC4F}" dt="2024-12-22T10:35:57.142" v="260" actId="26606"/>
          <ac:spMkLst>
            <pc:docMk/>
            <pc:sldMk cId="1393629097" sldId="285"/>
            <ac:spMk id="14" creationId="{939C6AAB-48AC-41A3-95C2-6BF83715DF62}"/>
          </ac:spMkLst>
        </pc:spChg>
        <pc:spChg chg="add">
          <ac:chgData name="Vidyadhar Dhopte" userId="73c004a04f817bab" providerId="LiveId" clId="{CECF707C-3130-46F3-9267-1716660BDC4F}" dt="2024-12-22T10:35:57.142" v="260" actId="26606"/>
          <ac:spMkLst>
            <pc:docMk/>
            <pc:sldMk cId="1393629097" sldId="285"/>
            <ac:spMk id="16" creationId="{F6EE861B-7D2F-4B7C-A6E3-5937E81B8025}"/>
          </ac:spMkLst>
        </pc:spChg>
        <pc:grpChg chg="add">
          <ac:chgData name="Vidyadhar Dhopte" userId="73c004a04f817bab" providerId="LiveId" clId="{CECF707C-3130-46F3-9267-1716660BDC4F}" dt="2024-12-22T10:35:57.142" v="260" actId="26606"/>
          <ac:grpSpMkLst>
            <pc:docMk/>
            <pc:sldMk cId="1393629097" sldId="285"/>
            <ac:grpSpMk id="18" creationId="{073091F1-AA5A-47C6-9502-D5870A72D50C}"/>
          </ac:grpSpMkLst>
        </pc:grpChg>
        <pc:picChg chg="add mod ord">
          <ac:chgData name="Vidyadhar Dhopte" userId="73c004a04f817bab" providerId="LiveId" clId="{CECF707C-3130-46F3-9267-1716660BDC4F}" dt="2024-12-22T10:40:09.068" v="294" actId="1076"/>
          <ac:picMkLst>
            <pc:docMk/>
            <pc:sldMk cId="1393629097" sldId="285"/>
            <ac:picMk id="5" creationId="{5A4AC590-B2A5-81D5-54A5-A507D3E9BA11}"/>
          </ac:picMkLst>
        </pc:picChg>
      </pc:sldChg>
      <pc:sldChg chg="addSp modSp new mod">
        <pc:chgData name="Vidyadhar Dhopte" userId="73c004a04f817bab" providerId="LiveId" clId="{CECF707C-3130-46F3-9267-1716660BDC4F}" dt="2024-12-23T10:45:00.922" v="455" actId="20577"/>
        <pc:sldMkLst>
          <pc:docMk/>
          <pc:sldMk cId="996159648" sldId="286"/>
        </pc:sldMkLst>
        <pc:spChg chg="mod">
          <ac:chgData name="Vidyadhar Dhopte" userId="73c004a04f817bab" providerId="LiveId" clId="{CECF707C-3130-46F3-9267-1716660BDC4F}" dt="2024-12-23T10:04:13.733" v="351" actId="122"/>
          <ac:spMkLst>
            <pc:docMk/>
            <pc:sldMk cId="996159648" sldId="286"/>
            <ac:spMk id="2" creationId="{F25AD132-ED6D-DD64-FA6F-6C05ADA0DA93}"/>
          </ac:spMkLst>
        </pc:spChg>
        <pc:spChg chg="mod">
          <ac:chgData name="Vidyadhar Dhopte" userId="73c004a04f817bab" providerId="LiveId" clId="{CECF707C-3130-46F3-9267-1716660BDC4F}" dt="2024-12-23T10:45:00.922" v="455" actId="20577"/>
          <ac:spMkLst>
            <pc:docMk/>
            <pc:sldMk cId="996159648" sldId="286"/>
            <ac:spMk id="3" creationId="{4C2B25AA-55C9-D8A8-10C3-D34D8EC32B21}"/>
          </ac:spMkLst>
        </pc:spChg>
        <pc:picChg chg="add mod">
          <ac:chgData name="Vidyadhar Dhopte" userId="73c004a04f817bab" providerId="LiveId" clId="{CECF707C-3130-46F3-9267-1716660BDC4F}" dt="2024-12-23T10:43:25.330" v="376" actId="14100"/>
          <ac:picMkLst>
            <pc:docMk/>
            <pc:sldMk cId="996159648" sldId="286"/>
            <ac:picMk id="6" creationId="{0603AFD2-64E6-6173-0C79-A2B31BE23241}"/>
          </ac:picMkLst>
        </pc:picChg>
      </pc:sldChg>
      <pc:sldChg chg="addSp delSp modSp new mod">
        <pc:chgData name="Vidyadhar Dhopte" userId="73c004a04f817bab" providerId="LiveId" clId="{CECF707C-3130-46F3-9267-1716660BDC4F}" dt="2024-12-24T09:25:14.050" v="783" actId="20577"/>
        <pc:sldMkLst>
          <pc:docMk/>
          <pc:sldMk cId="2544912228" sldId="287"/>
        </pc:sldMkLst>
        <pc:spChg chg="mod">
          <ac:chgData name="Vidyadhar Dhopte" userId="73c004a04f817bab" providerId="LiveId" clId="{CECF707C-3130-46F3-9267-1716660BDC4F}" dt="2024-12-24T09:02:26.841" v="705" actId="113"/>
          <ac:spMkLst>
            <pc:docMk/>
            <pc:sldMk cId="2544912228" sldId="287"/>
            <ac:spMk id="2" creationId="{1BC3D712-95ED-FE1F-F9C8-1442F5D55ECD}"/>
          </ac:spMkLst>
        </pc:spChg>
        <pc:spChg chg="add del mod">
          <ac:chgData name="Vidyadhar Dhopte" userId="73c004a04f817bab" providerId="LiveId" clId="{CECF707C-3130-46F3-9267-1716660BDC4F}" dt="2024-12-24T09:25:14.050" v="783" actId="20577"/>
          <ac:spMkLst>
            <pc:docMk/>
            <pc:sldMk cId="2544912228" sldId="287"/>
            <ac:spMk id="3" creationId="{55E56447-102E-1BCC-E0A8-8C10C8D509C1}"/>
          </ac:spMkLst>
        </pc:spChg>
        <pc:spChg chg="add mod">
          <ac:chgData name="Vidyadhar Dhopte" userId="73c004a04f817bab" providerId="LiveId" clId="{CECF707C-3130-46F3-9267-1716660BDC4F}" dt="2024-12-24T09:00:57.405" v="697"/>
          <ac:spMkLst>
            <pc:docMk/>
            <pc:sldMk cId="2544912228" sldId="287"/>
            <ac:spMk id="7" creationId="{777D3753-FB88-7FAF-0261-118B56A44B26}"/>
          </ac:spMkLst>
        </pc:spChg>
        <pc:spChg chg="add">
          <ac:chgData name="Vidyadhar Dhopte" userId="73c004a04f817bab" providerId="LiveId" clId="{CECF707C-3130-46F3-9267-1716660BDC4F}" dt="2024-12-24T09:03:25.815" v="708"/>
          <ac:spMkLst>
            <pc:docMk/>
            <pc:sldMk cId="2544912228" sldId="287"/>
            <ac:spMk id="8" creationId="{184EF75A-FD63-F20C-A866-05546C883D55}"/>
          </ac:spMkLst>
        </pc:spChg>
        <pc:picChg chg="add mod">
          <ac:chgData name="Vidyadhar Dhopte" userId="73c004a04f817bab" providerId="LiveId" clId="{CECF707C-3130-46F3-9267-1716660BDC4F}" dt="2024-12-24T08:57:10.608" v="608" actId="14100"/>
          <ac:picMkLst>
            <pc:docMk/>
            <pc:sldMk cId="2544912228" sldId="287"/>
            <ac:picMk id="6" creationId="{677773E8-6868-037B-33A4-418100D8AE9F}"/>
          </ac:picMkLst>
        </pc:picChg>
      </pc:sldChg>
    </pc:docChg>
  </pc:docChgLst>
  <pc:docChgLst>
    <pc:chgData name="Vidyadhar Dhopte" userId="73c004a04f817bab" providerId="LiveId" clId="{287D7D02-9505-430A-9D36-31EDA81FA79E}"/>
    <pc:docChg chg="undo custSel addSld modSld">
      <pc:chgData name="Vidyadhar Dhopte" userId="73c004a04f817bab" providerId="LiveId" clId="{287D7D02-9505-430A-9D36-31EDA81FA79E}" dt="2024-05-28T11:59:13.369" v="3315" actId="680"/>
      <pc:docMkLst>
        <pc:docMk/>
      </pc:docMkLst>
      <pc:sldChg chg="modSp mod">
        <pc:chgData name="Vidyadhar Dhopte" userId="73c004a04f817bab" providerId="LiveId" clId="{287D7D02-9505-430A-9D36-31EDA81FA79E}" dt="2024-05-27T12:13:47.998" v="30" actId="2711"/>
        <pc:sldMkLst>
          <pc:docMk/>
          <pc:sldMk cId="3824575595" sldId="256"/>
        </pc:sldMkLst>
      </pc:sldChg>
      <pc:sldChg chg="modSp mod">
        <pc:chgData name="Vidyadhar Dhopte" userId="73c004a04f817bab" providerId="LiveId" clId="{287D7D02-9505-430A-9D36-31EDA81FA79E}" dt="2024-05-27T17:03:35.550" v="1665" actId="20577"/>
        <pc:sldMkLst>
          <pc:docMk/>
          <pc:sldMk cId="579087536" sldId="259"/>
        </pc:sldMkLst>
      </pc:sldChg>
      <pc:sldChg chg="addSp delSp modSp new mod setBg">
        <pc:chgData name="Vidyadhar Dhopte" userId="73c004a04f817bab" providerId="LiveId" clId="{287D7D02-9505-430A-9D36-31EDA81FA79E}" dt="2024-05-28T01:15:43.159" v="2593" actId="113"/>
        <pc:sldMkLst>
          <pc:docMk/>
          <pc:sldMk cId="1529094752" sldId="260"/>
        </pc:sldMkLst>
      </pc:sldChg>
      <pc:sldChg chg="addSp delSp modSp new mod setBg">
        <pc:chgData name="Vidyadhar Dhopte" userId="73c004a04f817bab" providerId="LiveId" clId="{287D7D02-9505-430A-9D36-31EDA81FA79E}" dt="2024-05-28T11:28:30.159" v="2643" actId="26606"/>
        <pc:sldMkLst>
          <pc:docMk/>
          <pc:sldMk cId="3328829339" sldId="261"/>
        </pc:sldMkLst>
      </pc:sldChg>
      <pc:sldChg chg="addSp delSp modSp new mod">
        <pc:chgData name="Vidyadhar Dhopte" userId="73c004a04f817bab" providerId="LiveId" clId="{287D7D02-9505-430A-9D36-31EDA81FA79E}" dt="2024-05-28T11:37:03.522" v="3314" actId="20577"/>
        <pc:sldMkLst>
          <pc:docMk/>
          <pc:sldMk cId="2441241901" sldId="262"/>
        </pc:sldMkLst>
      </pc:sldChg>
      <pc:sldChg chg="new">
        <pc:chgData name="Vidyadhar Dhopte" userId="73c004a04f817bab" providerId="LiveId" clId="{287D7D02-9505-430A-9D36-31EDA81FA79E}" dt="2024-05-28T11:59:13.369" v="3315" actId="680"/>
        <pc:sldMkLst>
          <pc:docMk/>
          <pc:sldMk cId="2480963644" sldId="263"/>
        </pc:sldMkLst>
      </pc:sldChg>
    </pc:docChg>
  </pc:docChgLst>
  <pc:docChgLst>
    <pc:chgData name="Vidyadhar Dhopte" userId="73c004a04f817bab" providerId="LiveId" clId="{0686807A-DC64-424C-A401-0DCAC38A352F}"/>
    <pc:docChg chg="undo custSel addSld modSld">
      <pc:chgData name="Vidyadhar Dhopte" userId="73c004a04f817bab" providerId="LiveId" clId="{0686807A-DC64-424C-A401-0DCAC38A352F}" dt="2024-08-08T17:46:26.331" v="980" actId="20577"/>
      <pc:docMkLst>
        <pc:docMk/>
      </pc:docMkLst>
      <pc:sldChg chg="addSp delSp modSp mod setBg addAnim delAnim setClrOvrMap">
        <pc:chgData name="Vidyadhar Dhopte" userId="73c004a04f817bab" providerId="LiveId" clId="{0686807A-DC64-424C-A401-0DCAC38A352F}" dt="2024-08-08T15:35:34.195" v="263" actId="20577"/>
        <pc:sldMkLst>
          <pc:docMk/>
          <pc:sldMk cId="2480963644" sldId="263"/>
        </pc:sldMkLst>
      </pc:sldChg>
      <pc:sldChg chg="addSp delSp modSp new mod">
        <pc:chgData name="Vidyadhar Dhopte" userId="73c004a04f817bab" providerId="LiveId" clId="{0686807A-DC64-424C-A401-0DCAC38A352F}" dt="2024-08-08T15:44:27.364" v="416" actId="20577"/>
        <pc:sldMkLst>
          <pc:docMk/>
          <pc:sldMk cId="329378780" sldId="264"/>
        </pc:sldMkLst>
      </pc:sldChg>
      <pc:sldChg chg="addSp delSp modSp new mod setBg">
        <pc:chgData name="Vidyadhar Dhopte" userId="73c004a04f817bab" providerId="LiveId" clId="{0686807A-DC64-424C-A401-0DCAC38A352F}" dt="2024-08-08T15:45:43.927" v="478" actId="26606"/>
        <pc:sldMkLst>
          <pc:docMk/>
          <pc:sldMk cId="1253117426" sldId="265"/>
        </pc:sldMkLst>
      </pc:sldChg>
      <pc:sldChg chg="addSp delSp modSp new mod">
        <pc:chgData name="Vidyadhar Dhopte" userId="73c004a04f817bab" providerId="LiveId" clId="{0686807A-DC64-424C-A401-0DCAC38A352F}" dt="2024-08-08T17:46:26.331" v="980" actId="20577"/>
        <pc:sldMkLst>
          <pc:docMk/>
          <pc:sldMk cId="1082294772" sldId="266"/>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D545782-E151-4FFE-A075-CC7797CD46C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92CF3D13-C580-4A24-835D-B05FE43F45CD}">
      <dgm:prSet/>
      <dgm:spPr/>
      <dgm:t>
        <a:bodyPr/>
        <a:lstStyle/>
        <a:p>
          <a:r>
            <a:rPr lang="en-IN"/>
            <a:t>Global Market Expansion.</a:t>
          </a:r>
          <a:endParaRPr lang="en-US"/>
        </a:p>
      </dgm:t>
    </dgm:pt>
    <dgm:pt modelId="{1D8796E9-4036-4368-AD09-06858F3F5372}" type="parTrans" cxnId="{CF8BB03E-4119-401C-9C90-F9519E941146}">
      <dgm:prSet/>
      <dgm:spPr/>
      <dgm:t>
        <a:bodyPr/>
        <a:lstStyle/>
        <a:p>
          <a:endParaRPr lang="en-US"/>
        </a:p>
      </dgm:t>
    </dgm:pt>
    <dgm:pt modelId="{ADA33432-A6FA-4C65-A193-205AA2DC8834}" type="sibTrans" cxnId="{CF8BB03E-4119-401C-9C90-F9519E941146}">
      <dgm:prSet/>
      <dgm:spPr/>
      <dgm:t>
        <a:bodyPr/>
        <a:lstStyle/>
        <a:p>
          <a:endParaRPr lang="en-US"/>
        </a:p>
      </dgm:t>
    </dgm:pt>
    <dgm:pt modelId="{1B1D8C73-D95E-40E5-BCCD-D2442649A348}">
      <dgm:prSet/>
      <dgm:spPr/>
      <dgm:t>
        <a:bodyPr/>
        <a:lstStyle/>
        <a:p>
          <a:r>
            <a:rPr lang="en-IN"/>
            <a:t>Revenue Growth.</a:t>
          </a:r>
          <a:endParaRPr lang="en-US"/>
        </a:p>
      </dgm:t>
    </dgm:pt>
    <dgm:pt modelId="{B14747D4-3A92-4C64-AD7E-E2F40BEDD0E0}" type="parTrans" cxnId="{13B6BACE-708F-4763-BF70-D4E1F41EE620}">
      <dgm:prSet/>
      <dgm:spPr/>
      <dgm:t>
        <a:bodyPr/>
        <a:lstStyle/>
        <a:p>
          <a:endParaRPr lang="en-US"/>
        </a:p>
      </dgm:t>
    </dgm:pt>
    <dgm:pt modelId="{62B109D1-77AC-4535-A0A3-C973449690FA}" type="sibTrans" cxnId="{13B6BACE-708F-4763-BF70-D4E1F41EE620}">
      <dgm:prSet/>
      <dgm:spPr/>
      <dgm:t>
        <a:bodyPr/>
        <a:lstStyle/>
        <a:p>
          <a:endParaRPr lang="en-US"/>
        </a:p>
      </dgm:t>
    </dgm:pt>
    <dgm:pt modelId="{D3B1AB72-FEDD-4A22-BC14-20901D15302D}">
      <dgm:prSet/>
      <dgm:spPr/>
      <dgm:t>
        <a:bodyPr/>
        <a:lstStyle/>
        <a:p>
          <a:r>
            <a:rPr lang="en-IN"/>
            <a:t>Brand Recognition</a:t>
          </a:r>
          <a:endParaRPr lang="en-US"/>
        </a:p>
      </dgm:t>
    </dgm:pt>
    <dgm:pt modelId="{7D782867-AC4F-4048-848F-3E11E38863F7}" type="parTrans" cxnId="{5A1A4178-641E-4D5D-8A6C-91CF9AD2EB24}">
      <dgm:prSet/>
      <dgm:spPr/>
      <dgm:t>
        <a:bodyPr/>
        <a:lstStyle/>
        <a:p>
          <a:endParaRPr lang="en-US"/>
        </a:p>
      </dgm:t>
    </dgm:pt>
    <dgm:pt modelId="{460D212E-9B18-4FD9-B7E9-9E3C9108B2A6}" type="sibTrans" cxnId="{5A1A4178-641E-4D5D-8A6C-91CF9AD2EB24}">
      <dgm:prSet/>
      <dgm:spPr/>
      <dgm:t>
        <a:bodyPr/>
        <a:lstStyle/>
        <a:p>
          <a:endParaRPr lang="en-US"/>
        </a:p>
      </dgm:t>
    </dgm:pt>
    <dgm:pt modelId="{E3915690-7B92-4E2C-89EC-CA8A41716B0E}">
      <dgm:prSet/>
      <dgm:spPr/>
      <dgm:t>
        <a:bodyPr/>
        <a:lstStyle/>
        <a:p>
          <a:r>
            <a:rPr lang="en-IN"/>
            <a:t>Restaurants Partnership.</a:t>
          </a:r>
          <a:endParaRPr lang="en-US"/>
        </a:p>
      </dgm:t>
    </dgm:pt>
    <dgm:pt modelId="{77F1723A-C343-4F93-AF51-4B68005E80B9}" type="parTrans" cxnId="{827A1D1D-7C24-4DD4-B7DF-2A141956A344}">
      <dgm:prSet/>
      <dgm:spPr/>
      <dgm:t>
        <a:bodyPr/>
        <a:lstStyle/>
        <a:p>
          <a:endParaRPr lang="en-US"/>
        </a:p>
      </dgm:t>
    </dgm:pt>
    <dgm:pt modelId="{D8F86F49-1A18-431E-82DB-6A1E6AABE2B3}" type="sibTrans" cxnId="{827A1D1D-7C24-4DD4-B7DF-2A141956A344}">
      <dgm:prSet/>
      <dgm:spPr/>
      <dgm:t>
        <a:bodyPr/>
        <a:lstStyle/>
        <a:p>
          <a:endParaRPr lang="en-US"/>
        </a:p>
      </dgm:t>
    </dgm:pt>
    <dgm:pt modelId="{9C4BE89A-B5AF-4FE8-88BF-1956CED1755F}">
      <dgm:prSet/>
      <dgm:spPr/>
      <dgm:t>
        <a:bodyPr/>
        <a:lstStyle/>
        <a:p>
          <a:r>
            <a:rPr lang="en-IN"/>
            <a:t>Quality.</a:t>
          </a:r>
          <a:endParaRPr lang="en-US"/>
        </a:p>
      </dgm:t>
    </dgm:pt>
    <dgm:pt modelId="{18A83C4E-2557-4677-98A2-B07E5C763CD9}" type="parTrans" cxnId="{67BBE099-2197-4527-B35C-BB100EE70B8C}">
      <dgm:prSet/>
      <dgm:spPr/>
      <dgm:t>
        <a:bodyPr/>
        <a:lstStyle/>
        <a:p>
          <a:endParaRPr lang="en-US"/>
        </a:p>
      </dgm:t>
    </dgm:pt>
    <dgm:pt modelId="{B64BA6D5-D97B-476B-88A6-0CF3CDB67252}" type="sibTrans" cxnId="{67BBE099-2197-4527-B35C-BB100EE70B8C}">
      <dgm:prSet/>
      <dgm:spPr/>
      <dgm:t>
        <a:bodyPr/>
        <a:lstStyle/>
        <a:p>
          <a:endParaRPr lang="en-US"/>
        </a:p>
      </dgm:t>
    </dgm:pt>
    <dgm:pt modelId="{CB6A906B-B866-40FB-B6A9-6555642B9347}" type="pres">
      <dgm:prSet presAssocID="{9D545782-E151-4FFE-A075-CC7797CD46C7}" presName="hierChild1" presStyleCnt="0">
        <dgm:presLayoutVars>
          <dgm:chPref val="1"/>
          <dgm:dir/>
          <dgm:animOne val="branch"/>
          <dgm:animLvl val="lvl"/>
          <dgm:resizeHandles/>
        </dgm:presLayoutVars>
      </dgm:prSet>
      <dgm:spPr/>
    </dgm:pt>
    <dgm:pt modelId="{FC69F200-5327-4EA8-8E6A-37467C5E53F3}" type="pres">
      <dgm:prSet presAssocID="{92CF3D13-C580-4A24-835D-B05FE43F45CD}" presName="hierRoot1" presStyleCnt="0"/>
      <dgm:spPr/>
    </dgm:pt>
    <dgm:pt modelId="{FD2F9E3C-AD09-4D50-A937-95DA785F2FCA}" type="pres">
      <dgm:prSet presAssocID="{92CF3D13-C580-4A24-835D-B05FE43F45CD}" presName="composite" presStyleCnt="0"/>
      <dgm:spPr/>
    </dgm:pt>
    <dgm:pt modelId="{2E38FB62-1BCD-4E1A-8C64-4B95EF6EF7F4}" type="pres">
      <dgm:prSet presAssocID="{92CF3D13-C580-4A24-835D-B05FE43F45CD}" presName="background" presStyleLbl="node0" presStyleIdx="0" presStyleCnt="5"/>
      <dgm:spPr/>
    </dgm:pt>
    <dgm:pt modelId="{A41478D4-60C6-49F5-9EF9-5327D6270A5D}" type="pres">
      <dgm:prSet presAssocID="{92CF3D13-C580-4A24-835D-B05FE43F45CD}" presName="text" presStyleLbl="fgAcc0" presStyleIdx="0" presStyleCnt="5">
        <dgm:presLayoutVars>
          <dgm:chPref val="3"/>
        </dgm:presLayoutVars>
      </dgm:prSet>
      <dgm:spPr/>
    </dgm:pt>
    <dgm:pt modelId="{8B51A419-0B99-4C99-8ECF-9063976C1018}" type="pres">
      <dgm:prSet presAssocID="{92CF3D13-C580-4A24-835D-B05FE43F45CD}" presName="hierChild2" presStyleCnt="0"/>
      <dgm:spPr/>
    </dgm:pt>
    <dgm:pt modelId="{9B723C46-D28A-4A6B-B9D3-24A1C973C5B7}" type="pres">
      <dgm:prSet presAssocID="{1B1D8C73-D95E-40E5-BCCD-D2442649A348}" presName="hierRoot1" presStyleCnt="0"/>
      <dgm:spPr/>
    </dgm:pt>
    <dgm:pt modelId="{7786C38F-6AE8-46CD-8F34-7F441DF25FE2}" type="pres">
      <dgm:prSet presAssocID="{1B1D8C73-D95E-40E5-BCCD-D2442649A348}" presName="composite" presStyleCnt="0"/>
      <dgm:spPr/>
    </dgm:pt>
    <dgm:pt modelId="{64D19723-D9B2-42E9-9A7B-89BA21E1EE0E}" type="pres">
      <dgm:prSet presAssocID="{1B1D8C73-D95E-40E5-BCCD-D2442649A348}" presName="background" presStyleLbl="node0" presStyleIdx="1" presStyleCnt="5"/>
      <dgm:spPr/>
    </dgm:pt>
    <dgm:pt modelId="{CBF41C08-1357-4848-8C99-F510E87C0864}" type="pres">
      <dgm:prSet presAssocID="{1B1D8C73-D95E-40E5-BCCD-D2442649A348}" presName="text" presStyleLbl="fgAcc0" presStyleIdx="1" presStyleCnt="5">
        <dgm:presLayoutVars>
          <dgm:chPref val="3"/>
        </dgm:presLayoutVars>
      </dgm:prSet>
      <dgm:spPr/>
    </dgm:pt>
    <dgm:pt modelId="{5F2872AF-E0CF-4E07-8201-D0661E025B62}" type="pres">
      <dgm:prSet presAssocID="{1B1D8C73-D95E-40E5-BCCD-D2442649A348}" presName="hierChild2" presStyleCnt="0"/>
      <dgm:spPr/>
    </dgm:pt>
    <dgm:pt modelId="{65AC6596-BE79-45EF-8023-5B91D2F4DE2A}" type="pres">
      <dgm:prSet presAssocID="{D3B1AB72-FEDD-4A22-BC14-20901D15302D}" presName="hierRoot1" presStyleCnt="0"/>
      <dgm:spPr/>
    </dgm:pt>
    <dgm:pt modelId="{A2716ECD-3795-4F4F-B4C0-5B39C933AEAE}" type="pres">
      <dgm:prSet presAssocID="{D3B1AB72-FEDD-4A22-BC14-20901D15302D}" presName="composite" presStyleCnt="0"/>
      <dgm:spPr/>
    </dgm:pt>
    <dgm:pt modelId="{AE422DBC-7F94-4D84-B586-1D6FDFE31A91}" type="pres">
      <dgm:prSet presAssocID="{D3B1AB72-FEDD-4A22-BC14-20901D15302D}" presName="background" presStyleLbl="node0" presStyleIdx="2" presStyleCnt="5"/>
      <dgm:spPr/>
    </dgm:pt>
    <dgm:pt modelId="{B062C9E2-2917-45C2-8856-97760755F849}" type="pres">
      <dgm:prSet presAssocID="{D3B1AB72-FEDD-4A22-BC14-20901D15302D}" presName="text" presStyleLbl="fgAcc0" presStyleIdx="2" presStyleCnt="5">
        <dgm:presLayoutVars>
          <dgm:chPref val="3"/>
        </dgm:presLayoutVars>
      </dgm:prSet>
      <dgm:spPr/>
    </dgm:pt>
    <dgm:pt modelId="{B732ED69-C071-4727-B8F5-767FD4E3049E}" type="pres">
      <dgm:prSet presAssocID="{D3B1AB72-FEDD-4A22-BC14-20901D15302D}" presName="hierChild2" presStyleCnt="0"/>
      <dgm:spPr/>
    </dgm:pt>
    <dgm:pt modelId="{6544A678-AD14-466A-A055-A6D7A05D8ADC}" type="pres">
      <dgm:prSet presAssocID="{E3915690-7B92-4E2C-89EC-CA8A41716B0E}" presName="hierRoot1" presStyleCnt="0"/>
      <dgm:spPr/>
    </dgm:pt>
    <dgm:pt modelId="{7841B430-C14D-4F6E-A506-0BE4B01C7C02}" type="pres">
      <dgm:prSet presAssocID="{E3915690-7B92-4E2C-89EC-CA8A41716B0E}" presName="composite" presStyleCnt="0"/>
      <dgm:spPr/>
    </dgm:pt>
    <dgm:pt modelId="{FEA9ADB6-3CB5-4218-8E28-EF739AABD672}" type="pres">
      <dgm:prSet presAssocID="{E3915690-7B92-4E2C-89EC-CA8A41716B0E}" presName="background" presStyleLbl="node0" presStyleIdx="3" presStyleCnt="5"/>
      <dgm:spPr/>
    </dgm:pt>
    <dgm:pt modelId="{79D3546E-3EFB-416E-9BF7-07D16EBC8AC3}" type="pres">
      <dgm:prSet presAssocID="{E3915690-7B92-4E2C-89EC-CA8A41716B0E}" presName="text" presStyleLbl="fgAcc0" presStyleIdx="3" presStyleCnt="5">
        <dgm:presLayoutVars>
          <dgm:chPref val="3"/>
        </dgm:presLayoutVars>
      </dgm:prSet>
      <dgm:spPr/>
    </dgm:pt>
    <dgm:pt modelId="{E9A08C14-B7D1-4039-93DF-A97EFD033CFF}" type="pres">
      <dgm:prSet presAssocID="{E3915690-7B92-4E2C-89EC-CA8A41716B0E}" presName="hierChild2" presStyleCnt="0"/>
      <dgm:spPr/>
    </dgm:pt>
    <dgm:pt modelId="{8B08D0F2-AB1B-4074-B09E-507ED64B23A7}" type="pres">
      <dgm:prSet presAssocID="{9C4BE89A-B5AF-4FE8-88BF-1956CED1755F}" presName="hierRoot1" presStyleCnt="0"/>
      <dgm:spPr/>
    </dgm:pt>
    <dgm:pt modelId="{13B12EBF-891C-43EC-BD64-674C4F07561F}" type="pres">
      <dgm:prSet presAssocID="{9C4BE89A-B5AF-4FE8-88BF-1956CED1755F}" presName="composite" presStyleCnt="0"/>
      <dgm:spPr/>
    </dgm:pt>
    <dgm:pt modelId="{7BA9D85A-AA47-4EBC-9029-1AA0CC63159A}" type="pres">
      <dgm:prSet presAssocID="{9C4BE89A-B5AF-4FE8-88BF-1956CED1755F}" presName="background" presStyleLbl="node0" presStyleIdx="4" presStyleCnt="5"/>
      <dgm:spPr/>
    </dgm:pt>
    <dgm:pt modelId="{37258AB7-D8A1-4DCE-A3C2-FA1B7F2F9F30}" type="pres">
      <dgm:prSet presAssocID="{9C4BE89A-B5AF-4FE8-88BF-1956CED1755F}" presName="text" presStyleLbl="fgAcc0" presStyleIdx="4" presStyleCnt="5">
        <dgm:presLayoutVars>
          <dgm:chPref val="3"/>
        </dgm:presLayoutVars>
      </dgm:prSet>
      <dgm:spPr/>
    </dgm:pt>
    <dgm:pt modelId="{13D2F13B-E914-4821-846D-730AB35D392B}" type="pres">
      <dgm:prSet presAssocID="{9C4BE89A-B5AF-4FE8-88BF-1956CED1755F}" presName="hierChild2" presStyleCnt="0"/>
      <dgm:spPr/>
    </dgm:pt>
  </dgm:ptLst>
  <dgm:cxnLst>
    <dgm:cxn modelId="{071B1D12-1A20-4224-BDA6-E7A9B1CE8BD4}" type="presOf" srcId="{E3915690-7B92-4E2C-89EC-CA8A41716B0E}" destId="{79D3546E-3EFB-416E-9BF7-07D16EBC8AC3}" srcOrd="0" destOrd="0" presId="urn:microsoft.com/office/officeart/2005/8/layout/hierarchy1"/>
    <dgm:cxn modelId="{DE0E8613-BDC4-4404-8147-22F2B342AE3F}" type="presOf" srcId="{92CF3D13-C580-4A24-835D-B05FE43F45CD}" destId="{A41478D4-60C6-49F5-9EF9-5327D6270A5D}" srcOrd="0" destOrd="0" presId="urn:microsoft.com/office/officeart/2005/8/layout/hierarchy1"/>
    <dgm:cxn modelId="{827A1D1D-7C24-4DD4-B7DF-2A141956A344}" srcId="{9D545782-E151-4FFE-A075-CC7797CD46C7}" destId="{E3915690-7B92-4E2C-89EC-CA8A41716B0E}" srcOrd="3" destOrd="0" parTransId="{77F1723A-C343-4F93-AF51-4B68005E80B9}" sibTransId="{D8F86F49-1A18-431E-82DB-6A1E6AABE2B3}"/>
    <dgm:cxn modelId="{2A4A3F2F-7991-4452-8C1A-13BC622A14EC}" type="presOf" srcId="{1B1D8C73-D95E-40E5-BCCD-D2442649A348}" destId="{CBF41C08-1357-4848-8C99-F510E87C0864}" srcOrd="0" destOrd="0" presId="urn:microsoft.com/office/officeart/2005/8/layout/hierarchy1"/>
    <dgm:cxn modelId="{CF8BB03E-4119-401C-9C90-F9519E941146}" srcId="{9D545782-E151-4FFE-A075-CC7797CD46C7}" destId="{92CF3D13-C580-4A24-835D-B05FE43F45CD}" srcOrd="0" destOrd="0" parTransId="{1D8796E9-4036-4368-AD09-06858F3F5372}" sibTransId="{ADA33432-A6FA-4C65-A193-205AA2DC8834}"/>
    <dgm:cxn modelId="{9DC8B272-5F12-4C37-9E43-A3E868D94CF7}" type="presOf" srcId="{9D545782-E151-4FFE-A075-CC7797CD46C7}" destId="{CB6A906B-B866-40FB-B6A9-6555642B9347}" srcOrd="0" destOrd="0" presId="urn:microsoft.com/office/officeart/2005/8/layout/hierarchy1"/>
    <dgm:cxn modelId="{5A1A4178-641E-4D5D-8A6C-91CF9AD2EB24}" srcId="{9D545782-E151-4FFE-A075-CC7797CD46C7}" destId="{D3B1AB72-FEDD-4A22-BC14-20901D15302D}" srcOrd="2" destOrd="0" parTransId="{7D782867-AC4F-4048-848F-3E11E38863F7}" sibTransId="{460D212E-9B18-4FD9-B7E9-9E3C9108B2A6}"/>
    <dgm:cxn modelId="{67BBE099-2197-4527-B35C-BB100EE70B8C}" srcId="{9D545782-E151-4FFE-A075-CC7797CD46C7}" destId="{9C4BE89A-B5AF-4FE8-88BF-1956CED1755F}" srcOrd="4" destOrd="0" parTransId="{18A83C4E-2557-4677-98A2-B07E5C763CD9}" sibTransId="{B64BA6D5-D97B-476B-88A6-0CF3CDB67252}"/>
    <dgm:cxn modelId="{13B6BACE-708F-4763-BF70-D4E1F41EE620}" srcId="{9D545782-E151-4FFE-A075-CC7797CD46C7}" destId="{1B1D8C73-D95E-40E5-BCCD-D2442649A348}" srcOrd="1" destOrd="0" parTransId="{B14747D4-3A92-4C64-AD7E-E2F40BEDD0E0}" sibTransId="{62B109D1-77AC-4535-A0A3-C973449690FA}"/>
    <dgm:cxn modelId="{9EBB0EE9-D336-479D-A4C5-C37BC908CEB8}" type="presOf" srcId="{D3B1AB72-FEDD-4A22-BC14-20901D15302D}" destId="{B062C9E2-2917-45C2-8856-97760755F849}" srcOrd="0" destOrd="0" presId="urn:microsoft.com/office/officeart/2005/8/layout/hierarchy1"/>
    <dgm:cxn modelId="{96B228EA-052B-4BC6-9D0D-A7539E38E9A6}" type="presOf" srcId="{9C4BE89A-B5AF-4FE8-88BF-1956CED1755F}" destId="{37258AB7-D8A1-4DCE-A3C2-FA1B7F2F9F30}" srcOrd="0" destOrd="0" presId="urn:microsoft.com/office/officeart/2005/8/layout/hierarchy1"/>
    <dgm:cxn modelId="{FDDD2C71-E786-4655-927A-645A6801DD84}" type="presParOf" srcId="{CB6A906B-B866-40FB-B6A9-6555642B9347}" destId="{FC69F200-5327-4EA8-8E6A-37467C5E53F3}" srcOrd="0" destOrd="0" presId="urn:microsoft.com/office/officeart/2005/8/layout/hierarchy1"/>
    <dgm:cxn modelId="{BEF86F65-8610-4EA6-9F61-F35ECF80CC52}" type="presParOf" srcId="{FC69F200-5327-4EA8-8E6A-37467C5E53F3}" destId="{FD2F9E3C-AD09-4D50-A937-95DA785F2FCA}" srcOrd="0" destOrd="0" presId="urn:microsoft.com/office/officeart/2005/8/layout/hierarchy1"/>
    <dgm:cxn modelId="{F766CFF7-A82E-4BF9-A5CF-A30DC78B4AA4}" type="presParOf" srcId="{FD2F9E3C-AD09-4D50-A937-95DA785F2FCA}" destId="{2E38FB62-1BCD-4E1A-8C64-4B95EF6EF7F4}" srcOrd="0" destOrd="0" presId="urn:microsoft.com/office/officeart/2005/8/layout/hierarchy1"/>
    <dgm:cxn modelId="{798AFE60-E6D6-4308-BB54-0AF33B5C06EB}" type="presParOf" srcId="{FD2F9E3C-AD09-4D50-A937-95DA785F2FCA}" destId="{A41478D4-60C6-49F5-9EF9-5327D6270A5D}" srcOrd="1" destOrd="0" presId="urn:microsoft.com/office/officeart/2005/8/layout/hierarchy1"/>
    <dgm:cxn modelId="{AC6FE1C9-B3F5-4E67-9A7D-10E52786795F}" type="presParOf" srcId="{FC69F200-5327-4EA8-8E6A-37467C5E53F3}" destId="{8B51A419-0B99-4C99-8ECF-9063976C1018}" srcOrd="1" destOrd="0" presId="urn:microsoft.com/office/officeart/2005/8/layout/hierarchy1"/>
    <dgm:cxn modelId="{FA863A51-351E-4BE9-91C0-CD81360EA6A5}" type="presParOf" srcId="{CB6A906B-B866-40FB-B6A9-6555642B9347}" destId="{9B723C46-D28A-4A6B-B9D3-24A1C973C5B7}" srcOrd="1" destOrd="0" presId="urn:microsoft.com/office/officeart/2005/8/layout/hierarchy1"/>
    <dgm:cxn modelId="{A55FA0E3-C3BE-4AFD-A29F-2DCA756F5ABA}" type="presParOf" srcId="{9B723C46-D28A-4A6B-B9D3-24A1C973C5B7}" destId="{7786C38F-6AE8-46CD-8F34-7F441DF25FE2}" srcOrd="0" destOrd="0" presId="urn:microsoft.com/office/officeart/2005/8/layout/hierarchy1"/>
    <dgm:cxn modelId="{08D06396-B487-4C97-867F-868DF7BCEB79}" type="presParOf" srcId="{7786C38F-6AE8-46CD-8F34-7F441DF25FE2}" destId="{64D19723-D9B2-42E9-9A7B-89BA21E1EE0E}" srcOrd="0" destOrd="0" presId="urn:microsoft.com/office/officeart/2005/8/layout/hierarchy1"/>
    <dgm:cxn modelId="{901AD3DC-9705-42D1-A22E-C46B9F011C96}" type="presParOf" srcId="{7786C38F-6AE8-46CD-8F34-7F441DF25FE2}" destId="{CBF41C08-1357-4848-8C99-F510E87C0864}" srcOrd="1" destOrd="0" presId="urn:microsoft.com/office/officeart/2005/8/layout/hierarchy1"/>
    <dgm:cxn modelId="{D72BCE2F-6D36-4601-BB97-6F539F08F938}" type="presParOf" srcId="{9B723C46-D28A-4A6B-B9D3-24A1C973C5B7}" destId="{5F2872AF-E0CF-4E07-8201-D0661E025B62}" srcOrd="1" destOrd="0" presId="urn:microsoft.com/office/officeart/2005/8/layout/hierarchy1"/>
    <dgm:cxn modelId="{DD593B17-99A9-47A3-81A1-B1D29B262CE0}" type="presParOf" srcId="{CB6A906B-B866-40FB-B6A9-6555642B9347}" destId="{65AC6596-BE79-45EF-8023-5B91D2F4DE2A}" srcOrd="2" destOrd="0" presId="urn:microsoft.com/office/officeart/2005/8/layout/hierarchy1"/>
    <dgm:cxn modelId="{26B411AA-826B-4D44-A31A-C917FD044EED}" type="presParOf" srcId="{65AC6596-BE79-45EF-8023-5B91D2F4DE2A}" destId="{A2716ECD-3795-4F4F-B4C0-5B39C933AEAE}" srcOrd="0" destOrd="0" presId="urn:microsoft.com/office/officeart/2005/8/layout/hierarchy1"/>
    <dgm:cxn modelId="{AF076986-46FF-46BD-AF00-E682A9210953}" type="presParOf" srcId="{A2716ECD-3795-4F4F-B4C0-5B39C933AEAE}" destId="{AE422DBC-7F94-4D84-B586-1D6FDFE31A91}" srcOrd="0" destOrd="0" presId="urn:microsoft.com/office/officeart/2005/8/layout/hierarchy1"/>
    <dgm:cxn modelId="{166C014C-A3DA-4739-BB78-AF364B9F79FB}" type="presParOf" srcId="{A2716ECD-3795-4F4F-B4C0-5B39C933AEAE}" destId="{B062C9E2-2917-45C2-8856-97760755F849}" srcOrd="1" destOrd="0" presId="urn:microsoft.com/office/officeart/2005/8/layout/hierarchy1"/>
    <dgm:cxn modelId="{8E3F4197-3C5D-431F-920B-C161E7459DD4}" type="presParOf" srcId="{65AC6596-BE79-45EF-8023-5B91D2F4DE2A}" destId="{B732ED69-C071-4727-B8F5-767FD4E3049E}" srcOrd="1" destOrd="0" presId="urn:microsoft.com/office/officeart/2005/8/layout/hierarchy1"/>
    <dgm:cxn modelId="{34E74FE9-E397-4D62-8B1B-232EA8C5E778}" type="presParOf" srcId="{CB6A906B-B866-40FB-B6A9-6555642B9347}" destId="{6544A678-AD14-466A-A055-A6D7A05D8ADC}" srcOrd="3" destOrd="0" presId="urn:microsoft.com/office/officeart/2005/8/layout/hierarchy1"/>
    <dgm:cxn modelId="{DDCBB19B-3453-4077-A1E0-C8DD8208985E}" type="presParOf" srcId="{6544A678-AD14-466A-A055-A6D7A05D8ADC}" destId="{7841B430-C14D-4F6E-A506-0BE4B01C7C02}" srcOrd="0" destOrd="0" presId="urn:microsoft.com/office/officeart/2005/8/layout/hierarchy1"/>
    <dgm:cxn modelId="{EB26F98A-13D1-47ED-A0F1-7F554FE873A7}" type="presParOf" srcId="{7841B430-C14D-4F6E-A506-0BE4B01C7C02}" destId="{FEA9ADB6-3CB5-4218-8E28-EF739AABD672}" srcOrd="0" destOrd="0" presId="urn:microsoft.com/office/officeart/2005/8/layout/hierarchy1"/>
    <dgm:cxn modelId="{B88295E1-AE90-48DC-A4B3-C14D06A5A59B}" type="presParOf" srcId="{7841B430-C14D-4F6E-A506-0BE4B01C7C02}" destId="{79D3546E-3EFB-416E-9BF7-07D16EBC8AC3}" srcOrd="1" destOrd="0" presId="urn:microsoft.com/office/officeart/2005/8/layout/hierarchy1"/>
    <dgm:cxn modelId="{C5D54A6C-F354-498A-96E2-C048DC983F2F}" type="presParOf" srcId="{6544A678-AD14-466A-A055-A6D7A05D8ADC}" destId="{E9A08C14-B7D1-4039-93DF-A97EFD033CFF}" srcOrd="1" destOrd="0" presId="urn:microsoft.com/office/officeart/2005/8/layout/hierarchy1"/>
    <dgm:cxn modelId="{4C1554B5-363A-48D7-8CF5-1F064638D96F}" type="presParOf" srcId="{CB6A906B-B866-40FB-B6A9-6555642B9347}" destId="{8B08D0F2-AB1B-4074-B09E-507ED64B23A7}" srcOrd="4" destOrd="0" presId="urn:microsoft.com/office/officeart/2005/8/layout/hierarchy1"/>
    <dgm:cxn modelId="{FEA1B2AC-9F9E-4FF2-96BA-E8E4EF609355}" type="presParOf" srcId="{8B08D0F2-AB1B-4074-B09E-507ED64B23A7}" destId="{13B12EBF-891C-43EC-BD64-674C4F07561F}" srcOrd="0" destOrd="0" presId="urn:microsoft.com/office/officeart/2005/8/layout/hierarchy1"/>
    <dgm:cxn modelId="{A16CDD39-B044-4527-B400-033F4F9CC5B8}" type="presParOf" srcId="{13B12EBF-891C-43EC-BD64-674C4F07561F}" destId="{7BA9D85A-AA47-4EBC-9029-1AA0CC63159A}" srcOrd="0" destOrd="0" presId="urn:microsoft.com/office/officeart/2005/8/layout/hierarchy1"/>
    <dgm:cxn modelId="{1C170373-49E5-4F90-B63B-AFF76E33B59C}" type="presParOf" srcId="{13B12EBF-891C-43EC-BD64-674C4F07561F}" destId="{37258AB7-D8A1-4DCE-A3C2-FA1B7F2F9F30}" srcOrd="1" destOrd="0" presId="urn:microsoft.com/office/officeart/2005/8/layout/hierarchy1"/>
    <dgm:cxn modelId="{EA8C7EF7-F33A-4061-A385-781634273ACC}" type="presParOf" srcId="{8B08D0F2-AB1B-4074-B09E-507ED64B23A7}" destId="{13D2F13B-E914-4821-846D-730AB35D392B}"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82F6A2-B245-4400-B229-7D6035089791}"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8CE7CC6-2ECA-41AB-A266-BB3AA5EF79A4}">
      <dgm:prSet/>
      <dgm:spPr/>
      <dgm:t>
        <a:bodyPr/>
        <a:lstStyle/>
        <a:p>
          <a:pPr algn="just">
            <a:lnSpc>
              <a:spcPct val="100000"/>
            </a:lnSpc>
          </a:pPr>
          <a:r>
            <a:rPr lang="en-IN" b="1" dirty="0"/>
            <a:t>Data Cleaning: </a:t>
          </a:r>
          <a:r>
            <a:rPr lang="en-IN" dirty="0"/>
            <a:t>Utilized tools like Sort &amp; Filter to select the blanks and remove it and to check if there are any duplicates or not.</a:t>
          </a:r>
          <a:endParaRPr lang="en-US" dirty="0"/>
        </a:p>
      </dgm:t>
    </dgm:pt>
    <dgm:pt modelId="{1157A0DE-5B86-4A71-B990-EE7E0A257664}" type="parTrans" cxnId="{3B11E32A-D831-4883-AA2D-EC14A9D78308}">
      <dgm:prSet/>
      <dgm:spPr/>
      <dgm:t>
        <a:bodyPr/>
        <a:lstStyle/>
        <a:p>
          <a:endParaRPr lang="en-US"/>
        </a:p>
      </dgm:t>
    </dgm:pt>
    <dgm:pt modelId="{5C691709-72A9-4012-8F32-61E90675FB9A}" type="sibTrans" cxnId="{3B11E32A-D831-4883-AA2D-EC14A9D78308}">
      <dgm:prSet/>
      <dgm:spPr/>
      <dgm:t>
        <a:bodyPr/>
        <a:lstStyle/>
        <a:p>
          <a:endParaRPr lang="en-US"/>
        </a:p>
      </dgm:t>
    </dgm:pt>
    <dgm:pt modelId="{4FC7F3A3-325B-4A51-A78A-B10E5765ABE9}">
      <dgm:prSet/>
      <dgm:spPr/>
      <dgm:t>
        <a:bodyPr/>
        <a:lstStyle/>
        <a:p>
          <a:pPr algn="just">
            <a:lnSpc>
              <a:spcPct val="100000"/>
            </a:lnSpc>
          </a:pPr>
          <a:r>
            <a:rPr lang="en-IN" b="1" dirty="0"/>
            <a:t>Data Enrichment:</a:t>
          </a:r>
          <a:r>
            <a:rPr lang="en-IN" dirty="0"/>
            <a:t> Enhanced the data with additional variables like VLOOKUP to cross reference external data sources.</a:t>
          </a:r>
          <a:endParaRPr lang="en-US" dirty="0"/>
        </a:p>
      </dgm:t>
    </dgm:pt>
    <dgm:pt modelId="{6DEC24E2-F815-4C22-92DC-1F5DD4580A28}" type="parTrans" cxnId="{A764D333-11E9-4F1C-BF3A-25B444149541}">
      <dgm:prSet/>
      <dgm:spPr/>
      <dgm:t>
        <a:bodyPr/>
        <a:lstStyle/>
        <a:p>
          <a:endParaRPr lang="en-US"/>
        </a:p>
      </dgm:t>
    </dgm:pt>
    <dgm:pt modelId="{7619862C-8E57-4332-9D9C-026772865E86}" type="sibTrans" cxnId="{A764D333-11E9-4F1C-BF3A-25B444149541}">
      <dgm:prSet/>
      <dgm:spPr/>
      <dgm:t>
        <a:bodyPr/>
        <a:lstStyle/>
        <a:p>
          <a:endParaRPr lang="en-US"/>
        </a:p>
      </dgm:t>
    </dgm:pt>
    <dgm:pt modelId="{473A21AF-B0D1-464D-87E9-2364B22BAB3A}">
      <dgm:prSet/>
      <dgm:spPr/>
      <dgm:t>
        <a:bodyPr/>
        <a:lstStyle/>
        <a:p>
          <a:pPr algn="just">
            <a:lnSpc>
              <a:spcPct val="100000"/>
            </a:lnSpc>
          </a:pPr>
          <a:r>
            <a:rPr lang="en-IN" b="1" dirty="0"/>
            <a:t>Descriptive Analysis: </a:t>
          </a:r>
          <a:r>
            <a:rPr lang="en-IN" dirty="0"/>
            <a:t>Used Pivot Tables by using different attributes and comparing the results across different countries and find best option to open new restaurants.</a:t>
          </a:r>
          <a:endParaRPr lang="en-US" dirty="0"/>
        </a:p>
      </dgm:t>
    </dgm:pt>
    <dgm:pt modelId="{B632B04B-FD3A-417C-B226-F1E4D1930F51}" type="parTrans" cxnId="{6E564371-CCC9-4A16-B025-4343E33D5BF2}">
      <dgm:prSet/>
      <dgm:spPr/>
      <dgm:t>
        <a:bodyPr/>
        <a:lstStyle/>
        <a:p>
          <a:endParaRPr lang="en-US"/>
        </a:p>
      </dgm:t>
    </dgm:pt>
    <dgm:pt modelId="{D790FCEE-5EDA-4302-8270-B78CC60A72E5}" type="sibTrans" cxnId="{6E564371-CCC9-4A16-B025-4343E33D5BF2}">
      <dgm:prSet/>
      <dgm:spPr/>
      <dgm:t>
        <a:bodyPr/>
        <a:lstStyle/>
        <a:p>
          <a:endParaRPr lang="en-US"/>
        </a:p>
      </dgm:t>
    </dgm:pt>
    <dgm:pt modelId="{96CBD0A7-405C-492D-90FF-1F5737149FDA}">
      <dgm:prSet/>
      <dgm:spPr/>
      <dgm:t>
        <a:bodyPr/>
        <a:lstStyle/>
        <a:p>
          <a:pPr algn="just">
            <a:lnSpc>
              <a:spcPct val="100000"/>
            </a:lnSpc>
          </a:pPr>
          <a:r>
            <a:rPr lang="en-IN" b="1" dirty="0"/>
            <a:t>Visualization: </a:t>
          </a:r>
          <a:r>
            <a:rPr lang="en-IN" dirty="0"/>
            <a:t>Created interactive charts and dashboard for data representation for interactive communication and understanding.</a:t>
          </a:r>
          <a:endParaRPr lang="en-US" dirty="0"/>
        </a:p>
      </dgm:t>
    </dgm:pt>
    <dgm:pt modelId="{0AF12381-D170-4D4B-8876-F78F67D4F47C}" type="parTrans" cxnId="{B2CB4D55-1079-4F8D-A6A4-A54E1E86B051}">
      <dgm:prSet/>
      <dgm:spPr/>
      <dgm:t>
        <a:bodyPr/>
        <a:lstStyle/>
        <a:p>
          <a:endParaRPr lang="en-US"/>
        </a:p>
      </dgm:t>
    </dgm:pt>
    <dgm:pt modelId="{641EF9FD-535C-4741-AE4E-053307FF844C}" type="sibTrans" cxnId="{B2CB4D55-1079-4F8D-A6A4-A54E1E86B051}">
      <dgm:prSet/>
      <dgm:spPr/>
      <dgm:t>
        <a:bodyPr/>
        <a:lstStyle/>
        <a:p>
          <a:endParaRPr lang="en-US"/>
        </a:p>
      </dgm:t>
    </dgm:pt>
    <dgm:pt modelId="{F94E6B86-2629-4845-9E56-7D1F9A19531E}" type="pres">
      <dgm:prSet presAssocID="{D582F6A2-B245-4400-B229-7D6035089791}" presName="root" presStyleCnt="0">
        <dgm:presLayoutVars>
          <dgm:dir/>
          <dgm:resizeHandles val="exact"/>
        </dgm:presLayoutVars>
      </dgm:prSet>
      <dgm:spPr/>
    </dgm:pt>
    <dgm:pt modelId="{45F696C6-664D-4A52-963E-D05A53A74C56}" type="pres">
      <dgm:prSet presAssocID="{C8CE7CC6-2ECA-41AB-A266-BB3AA5EF79A4}" presName="compNode" presStyleCnt="0"/>
      <dgm:spPr/>
    </dgm:pt>
    <dgm:pt modelId="{8E285A6E-043F-4752-A755-44B1718F0B8B}" type="pres">
      <dgm:prSet presAssocID="{C8CE7CC6-2ECA-41AB-A266-BB3AA5EF79A4}" presName="bgRect" presStyleLbl="bgShp" presStyleIdx="0" presStyleCnt="4"/>
      <dgm:spPr/>
    </dgm:pt>
    <dgm:pt modelId="{B94D339D-8BBC-4574-95FF-349837815EBC}" type="pres">
      <dgm:prSet presAssocID="{C8CE7CC6-2ECA-41AB-A266-BB3AA5EF79A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lter"/>
        </a:ext>
      </dgm:extLst>
    </dgm:pt>
    <dgm:pt modelId="{A828E962-08BE-4B5A-B282-259C3DDD1925}" type="pres">
      <dgm:prSet presAssocID="{C8CE7CC6-2ECA-41AB-A266-BB3AA5EF79A4}" presName="spaceRect" presStyleCnt="0"/>
      <dgm:spPr/>
    </dgm:pt>
    <dgm:pt modelId="{F97C2B24-1D68-44B4-A5B2-629E7F00813E}" type="pres">
      <dgm:prSet presAssocID="{C8CE7CC6-2ECA-41AB-A266-BB3AA5EF79A4}" presName="parTx" presStyleLbl="revTx" presStyleIdx="0" presStyleCnt="4">
        <dgm:presLayoutVars>
          <dgm:chMax val="0"/>
          <dgm:chPref val="0"/>
        </dgm:presLayoutVars>
      </dgm:prSet>
      <dgm:spPr/>
    </dgm:pt>
    <dgm:pt modelId="{D7347706-206E-43FC-8815-1A7BBABB5EB0}" type="pres">
      <dgm:prSet presAssocID="{5C691709-72A9-4012-8F32-61E90675FB9A}" presName="sibTrans" presStyleCnt="0"/>
      <dgm:spPr/>
    </dgm:pt>
    <dgm:pt modelId="{1A2CF3D7-F8E7-405E-A919-22E3AA696B4D}" type="pres">
      <dgm:prSet presAssocID="{4FC7F3A3-325B-4A51-A78A-B10E5765ABE9}" presName="compNode" presStyleCnt="0"/>
      <dgm:spPr/>
    </dgm:pt>
    <dgm:pt modelId="{87894118-5B4A-467E-820B-1478D33DFFE8}" type="pres">
      <dgm:prSet presAssocID="{4FC7F3A3-325B-4A51-A78A-B10E5765ABE9}" presName="bgRect" presStyleLbl="bgShp" presStyleIdx="1" presStyleCnt="4"/>
      <dgm:spPr/>
    </dgm:pt>
    <dgm:pt modelId="{46E96891-52EF-4ADF-8464-9571021B891C}" type="pres">
      <dgm:prSet presAssocID="{4FC7F3A3-325B-4A51-A78A-B10E5765ABE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Research"/>
        </a:ext>
      </dgm:extLst>
    </dgm:pt>
    <dgm:pt modelId="{E798C8E6-4D62-40DE-B34F-7067929B1A1A}" type="pres">
      <dgm:prSet presAssocID="{4FC7F3A3-325B-4A51-A78A-B10E5765ABE9}" presName="spaceRect" presStyleCnt="0"/>
      <dgm:spPr/>
    </dgm:pt>
    <dgm:pt modelId="{B4151B51-31A7-40AB-8B7F-AA0814B0F2E2}" type="pres">
      <dgm:prSet presAssocID="{4FC7F3A3-325B-4A51-A78A-B10E5765ABE9}" presName="parTx" presStyleLbl="revTx" presStyleIdx="1" presStyleCnt="4">
        <dgm:presLayoutVars>
          <dgm:chMax val="0"/>
          <dgm:chPref val="0"/>
        </dgm:presLayoutVars>
      </dgm:prSet>
      <dgm:spPr/>
    </dgm:pt>
    <dgm:pt modelId="{B0E43B76-CA18-4599-977D-ED9759FFA3EB}" type="pres">
      <dgm:prSet presAssocID="{7619862C-8E57-4332-9D9C-026772865E86}" presName="sibTrans" presStyleCnt="0"/>
      <dgm:spPr/>
    </dgm:pt>
    <dgm:pt modelId="{69955320-E80C-4BE2-B30D-40569EE1B112}" type="pres">
      <dgm:prSet presAssocID="{473A21AF-B0D1-464D-87E9-2364B22BAB3A}" presName="compNode" presStyleCnt="0"/>
      <dgm:spPr/>
    </dgm:pt>
    <dgm:pt modelId="{E479E2E4-2503-4CB6-8ED1-477D8EEEF96B}" type="pres">
      <dgm:prSet presAssocID="{473A21AF-B0D1-464D-87E9-2364B22BAB3A}" presName="bgRect" presStyleLbl="bgShp" presStyleIdx="2" presStyleCnt="4"/>
      <dgm:spPr/>
    </dgm:pt>
    <dgm:pt modelId="{453752BB-BCC3-481E-8460-7D8A39977877}" type="pres">
      <dgm:prSet presAssocID="{473A21AF-B0D1-464D-87E9-2364B22BAB3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tatistics"/>
        </a:ext>
      </dgm:extLst>
    </dgm:pt>
    <dgm:pt modelId="{33E209A5-5D08-4DAF-B5D6-EA139CAFC01E}" type="pres">
      <dgm:prSet presAssocID="{473A21AF-B0D1-464D-87E9-2364B22BAB3A}" presName="spaceRect" presStyleCnt="0"/>
      <dgm:spPr/>
    </dgm:pt>
    <dgm:pt modelId="{D0FB62EB-3163-4A46-BBB4-B8A56C761E51}" type="pres">
      <dgm:prSet presAssocID="{473A21AF-B0D1-464D-87E9-2364B22BAB3A}" presName="parTx" presStyleLbl="revTx" presStyleIdx="2" presStyleCnt="4">
        <dgm:presLayoutVars>
          <dgm:chMax val="0"/>
          <dgm:chPref val="0"/>
        </dgm:presLayoutVars>
      </dgm:prSet>
      <dgm:spPr/>
    </dgm:pt>
    <dgm:pt modelId="{E4165DE1-452B-4422-B866-2033811AC54A}" type="pres">
      <dgm:prSet presAssocID="{D790FCEE-5EDA-4302-8270-B78CC60A72E5}" presName="sibTrans" presStyleCnt="0"/>
      <dgm:spPr/>
    </dgm:pt>
    <dgm:pt modelId="{506511B2-88D8-43FA-9816-2AB9E8E08306}" type="pres">
      <dgm:prSet presAssocID="{96CBD0A7-405C-492D-90FF-1F5737149FDA}" presName="compNode" presStyleCnt="0"/>
      <dgm:spPr/>
    </dgm:pt>
    <dgm:pt modelId="{19BC5B12-359F-4F16-8C04-FE1DAB409FAB}" type="pres">
      <dgm:prSet presAssocID="{96CBD0A7-405C-492D-90FF-1F5737149FDA}" presName="bgRect" presStyleLbl="bgShp" presStyleIdx="3" presStyleCnt="4"/>
      <dgm:spPr/>
    </dgm:pt>
    <dgm:pt modelId="{D7577495-6B42-4402-B3C0-34EF28DF23CC}" type="pres">
      <dgm:prSet presAssocID="{96CBD0A7-405C-492D-90FF-1F5737149FDA}"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Bar chart"/>
        </a:ext>
      </dgm:extLst>
    </dgm:pt>
    <dgm:pt modelId="{D8EEFD1E-69A8-4C08-A7A2-84F8FEE15CD7}" type="pres">
      <dgm:prSet presAssocID="{96CBD0A7-405C-492D-90FF-1F5737149FDA}" presName="spaceRect" presStyleCnt="0"/>
      <dgm:spPr/>
    </dgm:pt>
    <dgm:pt modelId="{C0342E53-DA7A-4C4E-8201-2022A4C0CF2C}" type="pres">
      <dgm:prSet presAssocID="{96CBD0A7-405C-492D-90FF-1F5737149FDA}" presName="parTx" presStyleLbl="revTx" presStyleIdx="3" presStyleCnt="4">
        <dgm:presLayoutVars>
          <dgm:chMax val="0"/>
          <dgm:chPref val="0"/>
        </dgm:presLayoutVars>
      </dgm:prSet>
      <dgm:spPr/>
    </dgm:pt>
  </dgm:ptLst>
  <dgm:cxnLst>
    <dgm:cxn modelId="{CBF33228-99AC-47B7-B59F-D95CC72D7707}" type="presOf" srcId="{96CBD0A7-405C-492D-90FF-1F5737149FDA}" destId="{C0342E53-DA7A-4C4E-8201-2022A4C0CF2C}" srcOrd="0" destOrd="0" presId="urn:microsoft.com/office/officeart/2018/2/layout/IconVerticalSolidList"/>
    <dgm:cxn modelId="{3B11E32A-D831-4883-AA2D-EC14A9D78308}" srcId="{D582F6A2-B245-4400-B229-7D6035089791}" destId="{C8CE7CC6-2ECA-41AB-A266-BB3AA5EF79A4}" srcOrd="0" destOrd="0" parTransId="{1157A0DE-5B86-4A71-B990-EE7E0A257664}" sibTransId="{5C691709-72A9-4012-8F32-61E90675FB9A}"/>
    <dgm:cxn modelId="{A764D333-11E9-4F1C-BF3A-25B444149541}" srcId="{D582F6A2-B245-4400-B229-7D6035089791}" destId="{4FC7F3A3-325B-4A51-A78A-B10E5765ABE9}" srcOrd="1" destOrd="0" parTransId="{6DEC24E2-F815-4C22-92DC-1F5DD4580A28}" sibTransId="{7619862C-8E57-4332-9D9C-026772865E86}"/>
    <dgm:cxn modelId="{E33AAA67-FFC3-4CA8-8F37-629308D5C9AF}" type="presOf" srcId="{4FC7F3A3-325B-4A51-A78A-B10E5765ABE9}" destId="{B4151B51-31A7-40AB-8B7F-AA0814B0F2E2}" srcOrd="0" destOrd="0" presId="urn:microsoft.com/office/officeart/2018/2/layout/IconVerticalSolidList"/>
    <dgm:cxn modelId="{0DDC6A70-B1E8-4483-8D00-3FB4A8C01E87}" type="presOf" srcId="{D582F6A2-B245-4400-B229-7D6035089791}" destId="{F94E6B86-2629-4845-9E56-7D1F9A19531E}" srcOrd="0" destOrd="0" presId="urn:microsoft.com/office/officeart/2018/2/layout/IconVerticalSolidList"/>
    <dgm:cxn modelId="{6E564371-CCC9-4A16-B025-4343E33D5BF2}" srcId="{D582F6A2-B245-4400-B229-7D6035089791}" destId="{473A21AF-B0D1-464D-87E9-2364B22BAB3A}" srcOrd="2" destOrd="0" parTransId="{B632B04B-FD3A-417C-B226-F1E4D1930F51}" sibTransId="{D790FCEE-5EDA-4302-8270-B78CC60A72E5}"/>
    <dgm:cxn modelId="{B2CB4D55-1079-4F8D-A6A4-A54E1E86B051}" srcId="{D582F6A2-B245-4400-B229-7D6035089791}" destId="{96CBD0A7-405C-492D-90FF-1F5737149FDA}" srcOrd="3" destOrd="0" parTransId="{0AF12381-D170-4D4B-8876-F78F67D4F47C}" sibTransId="{641EF9FD-535C-4741-AE4E-053307FF844C}"/>
    <dgm:cxn modelId="{B985B0C1-CCED-4626-9E3E-54554E124663}" type="presOf" srcId="{C8CE7CC6-2ECA-41AB-A266-BB3AA5EF79A4}" destId="{F97C2B24-1D68-44B4-A5B2-629E7F00813E}" srcOrd="0" destOrd="0" presId="urn:microsoft.com/office/officeart/2018/2/layout/IconVerticalSolidList"/>
    <dgm:cxn modelId="{A47ADED8-7F81-46A6-AE06-A46642909E34}" type="presOf" srcId="{473A21AF-B0D1-464D-87E9-2364B22BAB3A}" destId="{D0FB62EB-3163-4A46-BBB4-B8A56C761E51}" srcOrd="0" destOrd="0" presId="urn:microsoft.com/office/officeart/2018/2/layout/IconVerticalSolidList"/>
    <dgm:cxn modelId="{8321F039-EC9C-4AD4-9A95-9CE608518D1C}" type="presParOf" srcId="{F94E6B86-2629-4845-9E56-7D1F9A19531E}" destId="{45F696C6-664D-4A52-963E-D05A53A74C56}" srcOrd="0" destOrd="0" presId="urn:microsoft.com/office/officeart/2018/2/layout/IconVerticalSolidList"/>
    <dgm:cxn modelId="{71DCE5E6-1D09-4607-BA7F-D298ADFADA24}" type="presParOf" srcId="{45F696C6-664D-4A52-963E-D05A53A74C56}" destId="{8E285A6E-043F-4752-A755-44B1718F0B8B}" srcOrd="0" destOrd="0" presId="urn:microsoft.com/office/officeart/2018/2/layout/IconVerticalSolidList"/>
    <dgm:cxn modelId="{C8521051-FED0-4BC2-BA68-09F946112733}" type="presParOf" srcId="{45F696C6-664D-4A52-963E-D05A53A74C56}" destId="{B94D339D-8BBC-4574-95FF-349837815EBC}" srcOrd="1" destOrd="0" presId="urn:microsoft.com/office/officeart/2018/2/layout/IconVerticalSolidList"/>
    <dgm:cxn modelId="{8B1FF1A6-12FB-44ED-A804-FC739B46738E}" type="presParOf" srcId="{45F696C6-664D-4A52-963E-D05A53A74C56}" destId="{A828E962-08BE-4B5A-B282-259C3DDD1925}" srcOrd="2" destOrd="0" presId="urn:microsoft.com/office/officeart/2018/2/layout/IconVerticalSolidList"/>
    <dgm:cxn modelId="{3A57FBB6-A723-479B-BEEB-386BFFFFB27A}" type="presParOf" srcId="{45F696C6-664D-4A52-963E-D05A53A74C56}" destId="{F97C2B24-1D68-44B4-A5B2-629E7F00813E}" srcOrd="3" destOrd="0" presId="urn:microsoft.com/office/officeart/2018/2/layout/IconVerticalSolidList"/>
    <dgm:cxn modelId="{523A7ADC-32F8-40E4-AA78-2505DCB37483}" type="presParOf" srcId="{F94E6B86-2629-4845-9E56-7D1F9A19531E}" destId="{D7347706-206E-43FC-8815-1A7BBABB5EB0}" srcOrd="1" destOrd="0" presId="urn:microsoft.com/office/officeart/2018/2/layout/IconVerticalSolidList"/>
    <dgm:cxn modelId="{18E360E4-15C7-4E35-8D93-B78CEC8B1F2F}" type="presParOf" srcId="{F94E6B86-2629-4845-9E56-7D1F9A19531E}" destId="{1A2CF3D7-F8E7-405E-A919-22E3AA696B4D}" srcOrd="2" destOrd="0" presId="urn:microsoft.com/office/officeart/2018/2/layout/IconVerticalSolidList"/>
    <dgm:cxn modelId="{88AE0750-2C42-4818-B3FE-0B2ECE59D91E}" type="presParOf" srcId="{1A2CF3D7-F8E7-405E-A919-22E3AA696B4D}" destId="{87894118-5B4A-467E-820B-1478D33DFFE8}" srcOrd="0" destOrd="0" presId="urn:microsoft.com/office/officeart/2018/2/layout/IconVerticalSolidList"/>
    <dgm:cxn modelId="{03E177BA-9222-452B-A1F1-B3FDA8EE1E47}" type="presParOf" srcId="{1A2CF3D7-F8E7-405E-A919-22E3AA696B4D}" destId="{46E96891-52EF-4ADF-8464-9571021B891C}" srcOrd="1" destOrd="0" presId="urn:microsoft.com/office/officeart/2018/2/layout/IconVerticalSolidList"/>
    <dgm:cxn modelId="{476C32AE-3A05-4B91-B404-13F9A4D80B3F}" type="presParOf" srcId="{1A2CF3D7-F8E7-405E-A919-22E3AA696B4D}" destId="{E798C8E6-4D62-40DE-B34F-7067929B1A1A}" srcOrd="2" destOrd="0" presId="urn:microsoft.com/office/officeart/2018/2/layout/IconVerticalSolidList"/>
    <dgm:cxn modelId="{474ECFA7-72F7-4BA0-9862-288B10289D8B}" type="presParOf" srcId="{1A2CF3D7-F8E7-405E-A919-22E3AA696B4D}" destId="{B4151B51-31A7-40AB-8B7F-AA0814B0F2E2}" srcOrd="3" destOrd="0" presId="urn:microsoft.com/office/officeart/2018/2/layout/IconVerticalSolidList"/>
    <dgm:cxn modelId="{68653DD0-CEDC-46C0-B79D-02A026A81018}" type="presParOf" srcId="{F94E6B86-2629-4845-9E56-7D1F9A19531E}" destId="{B0E43B76-CA18-4599-977D-ED9759FFA3EB}" srcOrd="3" destOrd="0" presId="urn:microsoft.com/office/officeart/2018/2/layout/IconVerticalSolidList"/>
    <dgm:cxn modelId="{A8C9E2F7-FF14-4B12-9DC1-625247A947D3}" type="presParOf" srcId="{F94E6B86-2629-4845-9E56-7D1F9A19531E}" destId="{69955320-E80C-4BE2-B30D-40569EE1B112}" srcOrd="4" destOrd="0" presId="urn:microsoft.com/office/officeart/2018/2/layout/IconVerticalSolidList"/>
    <dgm:cxn modelId="{0A5687AE-87C4-46F8-B9CF-72A83CED7144}" type="presParOf" srcId="{69955320-E80C-4BE2-B30D-40569EE1B112}" destId="{E479E2E4-2503-4CB6-8ED1-477D8EEEF96B}" srcOrd="0" destOrd="0" presId="urn:microsoft.com/office/officeart/2018/2/layout/IconVerticalSolidList"/>
    <dgm:cxn modelId="{1549588E-4880-4252-BE36-BE04935C55C5}" type="presParOf" srcId="{69955320-E80C-4BE2-B30D-40569EE1B112}" destId="{453752BB-BCC3-481E-8460-7D8A39977877}" srcOrd="1" destOrd="0" presId="urn:microsoft.com/office/officeart/2018/2/layout/IconVerticalSolidList"/>
    <dgm:cxn modelId="{3D6F6271-E7F6-4246-9F3F-639410730388}" type="presParOf" srcId="{69955320-E80C-4BE2-B30D-40569EE1B112}" destId="{33E209A5-5D08-4DAF-B5D6-EA139CAFC01E}" srcOrd="2" destOrd="0" presId="urn:microsoft.com/office/officeart/2018/2/layout/IconVerticalSolidList"/>
    <dgm:cxn modelId="{B9380756-2352-4825-BCB9-A1E212922F09}" type="presParOf" srcId="{69955320-E80C-4BE2-B30D-40569EE1B112}" destId="{D0FB62EB-3163-4A46-BBB4-B8A56C761E51}" srcOrd="3" destOrd="0" presId="urn:microsoft.com/office/officeart/2018/2/layout/IconVerticalSolidList"/>
    <dgm:cxn modelId="{E114951E-D7C3-4D6D-84B2-05304941B02F}" type="presParOf" srcId="{F94E6B86-2629-4845-9E56-7D1F9A19531E}" destId="{E4165DE1-452B-4422-B866-2033811AC54A}" srcOrd="5" destOrd="0" presId="urn:microsoft.com/office/officeart/2018/2/layout/IconVerticalSolidList"/>
    <dgm:cxn modelId="{80301A81-07F7-4A83-9A11-9F7093A60FAE}" type="presParOf" srcId="{F94E6B86-2629-4845-9E56-7D1F9A19531E}" destId="{506511B2-88D8-43FA-9816-2AB9E8E08306}" srcOrd="6" destOrd="0" presId="urn:microsoft.com/office/officeart/2018/2/layout/IconVerticalSolidList"/>
    <dgm:cxn modelId="{523874A9-7BEA-49C9-B613-BCBF180CF2EA}" type="presParOf" srcId="{506511B2-88D8-43FA-9816-2AB9E8E08306}" destId="{19BC5B12-359F-4F16-8C04-FE1DAB409FAB}" srcOrd="0" destOrd="0" presId="urn:microsoft.com/office/officeart/2018/2/layout/IconVerticalSolidList"/>
    <dgm:cxn modelId="{D1061B43-838D-4D5F-92BC-34623DB78D0C}" type="presParOf" srcId="{506511B2-88D8-43FA-9816-2AB9E8E08306}" destId="{D7577495-6B42-4402-B3C0-34EF28DF23CC}" srcOrd="1" destOrd="0" presId="urn:microsoft.com/office/officeart/2018/2/layout/IconVerticalSolidList"/>
    <dgm:cxn modelId="{912FBF57-E42F-43C5-9F3B-32E7EB2B3AEB}" type="presParOf" srcId="{506511B2-88D8-43FA-9816-2AB9E8E08306}" destId="{D8EEFD1E-69A8-4C08-A7A2-84F8FEE15CD7}" srcOrd="2" destOrd="0" presId="urn:microsoft.com/office/officeart/2018/2/layout/IconVerticalSolidList"/>
    <dgm:cxn modelId="{13B6617A-9DCB-4E2F-9B2B-3C64B2713954}" type="presParOf" srcId="{506511B2-88D8-43FA-9816-2AB9E8E08306}" destId="{C0342E53-DA7A-4C4E-8201-2022A4C0CF2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20C7D75-6E6D-46FD-B6FC-6B9B52649959}"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12494365-AFB7-42BA-9423-194314795769}">
      <dgm:prSet/>
      <dgm:spPr/>
      <dgm:t>
        <a:bodyPr/>
        <a:lstStyle/>
        <a:p>
          <a:pPr>
            <a:lnSpc>
              <a:spcPct val="100000"/>
            </a:lnSpc>
          </a:pPr>
          <a:r>
            <a:rPr lang="en-IN"/>
            <a:t>It’s been concluded that Zomato will open its new restaurants in selected countires. The reason for doing that was the results of a comparison based on different factors.</a:t>
          </a:r>
          <a:endParaRPr lang="en-US" dirty="0"/>
        </a:p>
      </dgm:t>
    </dgm:pt>
    <dgm:pt modelId="{C7A06B5D-B90B-47B6-BA9F-5A4FA4C5B42D}" type="parTrans" cxnId="{48E74D72-85ED-488F-8C7A-1BD899FB5321}">
      <dgm:prSet/>
      <dgm:spPr/>
      <dgm:t>
        <a:bodyPr/>
        <a:lstStyle/>
        <a:p>
          <a:endParaRPr lang="en-US"/>
        </a:p>
      </dgm:t>
    </dgm:pt>
    <dgm:pt modelId="{756ACA0A-D68A-4879-98C6-1B94DD2FFE81}" type="sibTrans" cxnId="{48E74D72-85ED-488F-8C7A-1BD899FB5321}">
      <dgm:prSet/>
      <dgm:spPr/>
      <dgm:t>
        <a:bodyPr/>
        <a:lstStyle/>
        <a:p>
          <a:endParaRPr lang="en-US"/>
        </a:p>
      </dgm:t>
    </dgm:pt>
    <dgm:pt modelId="{E9BCD52A-4A6B-4954-8457-96CFBC9CE958}">
      <dgm:prSet/>
      <dgm:spPr/>
      <dgm:t>
        <a:bodyPr/>
        <a:lstStyle/>
        <a:p>
          <a:pPr>
            <a:lnSpc>
              <a:spcPct val="100000"/>
            </a:lnSpc>
          </a:pPr>
          <a:r>
            <a:rPr lang="en-IN"/>
            <a:t>And those factors are cuisines, ratings, distribution of cost, a platform for doing business, etc.</a:t>
          </a:r>
          <a:endParaRPr lang="en-US" dirty="0"/>
        </a:p>
      </dgm:t>
    </dgm:pt>
    <dgm:pt modelId="{2D17BDBB-0C3A-4604-95F5-562C2B7946E7}" type="parTrans" cxnId="{69BE576F-EC0B-474F-AA08-A434FE4B88D1}">
      <dgm:prSet/>
      <dgm:spPr/>
      <dgm:t>
        <a:bodyPr/>
        <a:lstStyle/>
        <a:p>
          <a:endParaRPr lang="en-US"/>
        </a:p>
      </dgm:t>
    </dgm:pt>
    <dgm:pt modelId="{AB3A58B5-7663-4400-89D4-9E77FF620C61}" type="sibTrans" cxnId="{69BE576F-EC0B-474F-AA08-A434FE4B88D1}">
      <dgm:prSet/>
      <dgm:spPr/>
      <dgm:t>
        <a:bodyPr/>
        <a:lstStyle/>
        <a:p>
          <a:endParaRPr lang="en-US"/>
        </a:p>
      </dgm:t>
    </dgm:pt>
    <dgm:pt modelId="{F3404FEC-0616-4ED1-A54A-C187BA212017}">
      <dgm:prSet/>
      <dgm:spPr/>
      <dgm:t>
        <a:bodyPr/>
        <a:lstStyle/>
        <a:p>
          <a:pPr>
            <a:lnSpc>
              <a:spcPct val="100000"/>
            </a:lnSpc>
          </a:pPr>
          <a:r>
            <a:rPr lang="en-IN"/>
            <a:t>Analyzed customer bookings via table booking or online delivery, and it was seen that more table bookings were done.</a:t>
          </a:r>
          <a:endParaRPr lang="en-US"/>
        </a:p>
      </dgm:t>
    </dgm:pt>
    <dgm:pt modelId="{592B0E87-BB59-4DC6-877A-FC4CF06CFCC4}" type="parTrans" cxnId="{CC2A453B-0B99-4659-A8E6-EAAAC9F54F0F}">
      <dgm:prSet/>
      <dgm:spPr/>
      <dgm:t>
        <a:bodyPr/>
        <a:lstStyle/>
        <a:p>
          <a:endParaRPr lang="en-US"/>
        </a:p>
      </dgm:t>
    </dgm:pt>
    <dgm:pt modelId="{30D97083-55DC-482E-AF95-41EF63FF43CD}" type="sibTrans" cxnId="{CC2A453B-0B99-4659-A8E6-EAAAC9F54F0F}">
      <dgm:prSet/>
      <dgm:spPr/>
      <dgm:t>
        <a:bodyPr/>
        <a:lstStyle/>
        <a:p>
          <a:endParaRPr lang="en-US"/>
        </a:p>
      </dgm:t>
    </dgm:pt>
    <dgm:pt modelId="{2EAC3D9A-5A4A-4964-833B-882072C05E8A}">
      <dgm:prSet/>
      <dgm:spPr/>
      <dgm:t>
        <a:bodyPr/>
        <a:lstStyle/>
        <a:p>
          <a:pPr>
            <a:lnSpc>
              <a:spcPct val="100000"/>
            </a:lnSpc>
          </a:pPr>
          <a:r>
            <a:rPr lang="en-IN"/>
            <a:t>If no instructions were given, the method that I would have followed would be:</a:t>
          </a:r>
          <a:endParaRPr lang="en-US"/>
        </a:p>
      </dgm:t>
    </dgm:pt>
    <dgm:pt modelId="{AD30745B-27E1-478A-BC93-2592CEE298A0}" type="parTrans" cxnId="{D76C716D-2F51-4AC0-9CC7-90FB0AC0E315}">
      <dgm:prSet/>
      <dgm:spPr/>
      <dgm:t>
        <a:bodyPr/>
        <a:lstStyle/>
        <a:p>
          <a:endParaRPr lang="en-US"/>
        </a:p>
      </dgm:t>
    </dgm:pt>
    <dgm:pt modelId="{1824C4D6-9B87-4556-9E90-B43FAFA23FEA}" type="sibTrans" cxnId="{D76C716D-2F51-4AC0-9CC7-90FB0AC0E315}">
      <dgm:prSet/>
      <dgm:spPr/>
      <dgm:t>
        <a:bodyPr/>
        <a:lstStyle/>
        <a:p>
          <a:endParaRPr lang="en-US"/>
        </a:p>
      </dgm:t>
    </dgm:pt>
    <dgm:pt modelId="{912A0F08-96BA-4468-A695-E2CDE6A063B4}">
      <dgm:prSet/>
      <dgm:spPr/>
      <dgm:t>
        <a:bodyPr/>
        <a:lstStyle/>
        <a:p>
          <a:pPr>
            <a:lnSpc>
              <a:spcPct val="100000"/>
            </a:lnSpc>
          </a:pPr>
          <a:r>
            <a:rPr lang="en-GB" dirty="0"/>
            <a:t>If the objective and subjective questions would have not been given, then the approach I would have followed be as follows:</a:t>
          </a:r>
          <a:endParaRPr lang="en-US" dirty="0"/>
        </a:p>
      </dgm:t>
    </dgm:pt>
    <dgm:pt modelId="{9E80E9AB-C47D-4C02-9F60-A8C437433497}" type="parTrans" cxnId="{77C11E22-A1D3-4650-8AFA-1FB424C39C74}">
      <dgm:prSet/>
      <dgm:spPr/>
      <dgm:t>
        <a:bodyPr/>
        <a:lstStyle/>
        <a:p>
          <a:endParaRPr lang="en-US"/>
        </a:p>
      </dgm:t>
    </dgm:pt>
    <dgm:pt modelId="{0EBABC3D-9E2A-46B9-8C71-463CBE2F616E}" type="sibTrans" cxnId="{77C11E22-A1D3-4650-8AFA-1FB424C39C74}">
      <dgm:prSet/>
      <dgm:spPr/>
      <dgm:t>
        <a:bodyPr/>
        <a:lstStyle/>
        <a:p>
          <a:endParaRPr lang="en-US"/>
        </a:p>
      </dgm:t>
    </dgm:pt>
    <dgm:pt modelId="{E954A66D-DEA7-4D54-BB32-8FD640CDB882}">
      <dgm:prSet/>
      <dgm:spPr/>
      <dgm:t>
        <a:bodyPr/>
        <a:lstStyle/>
        <a:p>
          <a:pPr>
            <a:lnSpc>
              <a:spcPct val="100000"/>
            </a:lnSpc>
          </a:pPr>
          <a:r>
            <a:rPr lang="en-GB"/>
            <a:t>First, I would have read the data given properly and would have started cleaning the raw data in the dataset.</a:t>
          </a:r>
          <a:endParaRPr lang="en-US"/>
        </a:p>
      </dgm:t>
    </dgm:pt>
    <dgm:pt modelId="{F33BE2BE-DEE3-4475-925E-EE29597EC73B}" type="parTrans" cxnId="{1B048163-D3C2-4A7B-A039-FA591520C992}">
      <dgm:prSet/>
      <dgm:spPr/>
      <dgm:t>
        <a:bodyPr/>
        <a:lstStyle/>
        <a:p>
          <a:endParaRPr lang="en-US"/>
        </a:p>
      </dgm:t>
    </dgm:pt>
    <dgm:pt modelId="{6F15C59A-3CF3-4459-9095-4FACB7DEAB0F}" type="sibTrans" cxnId="{1B048163-D3C2-4A7B-A039-FA591520C992}">
      <dgm:prSet/>
      <dgm:spPr/>
      <dgm:t>
        <a:bodyPr/>
        <a:lstStyle/>
        <a:p>
          <a:endParaRPr lang="en-US"/>
        </a:p>
      </dgm:t>
    </dgm:pt>
    <dgm:pt modelId="{8D0EEEBC-AB83-4309-B7ED-FCFD72B18B75}">
      <dgm:prSet/>
      <dgm:spPr/>
      <dgm:t>
        <a:bodyPr/>
        <a:lstStyle/>
        <a:p>
          <a:pPr>
            <a:lnSpc>
              <a:spcPct val="100000"/>
            </a:lnSpc>
          </a:pPr>
          <a:r>
            <a:rPr lang="en-GB"/>
            <a:t>I would have used Sort and filter options and removed duplicates and blanks from the data.</a:t>
          </a:r>
          <a:endParaRPr lang="en-US"/>
        </a:p>
      </dgm:t>
    </dgm:pt>
    <dgm:pt modelId="{B6A00BDC-1042-4B65-8C56-C65A8A687901}" type="parTrans" cxnId="{CB0169FF-5592-4EED-ACBC-B57C2AAA30F3}">
      <dgm:prSet/>
      <dgm:spPr/>
      <dgm:t>
        <a:bodyPr/>
        <a:lstStyle/>
        <a:p>
          <a:endParaRPr lang="en-US"/>
        </a:p>
      </dgm:t>
    </dgm:pt>
    <dgm:pt modelId="{C916A4AB-8821-440E-B8E6-D62CD72CB6A7}" type="sibTrans" cxnId="{CB0169FF-5592-4EED-ACBC-B57C2AAA30F3}">
      <dgm:prSet/>
      <dgm:spPr/>
      <dgm:t>
        <a:bodyPr/>
        <a:lstStyle/>
        <a:p>
          <a:endParaRPr lang="en-US"/>
        </a:p>
      </dgm:t>
    </dgm:pt>
    <dgm:pt modelId="{8D8B7FB8-9223-4215-B272-32D032064329}" type="pres">
      <dgm:prSet presAssocID="{520C7D75-6E6D-46FD-B6FC-6B9B52649959}" presName="Name0" presStyleCnt="0">
        <dgm:presLayoutVars>
          <dgm:dir/>
          <dgm:resizeHandles val="exact"/>
        </dgm:presLayoutVars>
      </dgm:prSet>
      <dgm:spPr/>
    </dgm:pt>
    <dgm:pt modelId="{2EB22C2B-CACC-434C-9EF2-5AC3AF7A90D7}" type="pres">
      <dgm:prSet presAssocID="{12494365-AFB7-42BA-9423-194314795769}" presName="node" presStyleLbl="node1" presStyleIdx="0" presStyleCnt="4">
        <dgm:presLayoutVars>
          <dgm:bulletEnabled val="1"/>
        </dgm:presLayoutVars>
      </dgm:prSet>
      <dgm:spPr/>
    </dgm:pt>
    <dgm:pt modelId="{004C31ED-D685-44DE-908F-F7D081B053AF}" type="pres">
      <dgm:prSet presAssocID="{756ACA0A-D68A-4879-98C6-1B94DD2FFE81}" presName="sibTrans" presStyleLbl="sibTrans1D1" presStyleIdx="0" presStyleCnt="3"/>
      <dgm:spPr/>
    </dgm:pt>
    <dgm:pt modelId="{6BE9A682-7710-48AF-8D38-7C765F0676BF}" type="pres">
      <dgm:prSet presAssocID="{756ACA0A-D68A-4879-98C6-1B94DD2FFE81}" presName="connectorText" presStyleLbl="sibTrans1D1" presStyleIdx="0" presStyleCnt="3"/>
      <dgm:spPr/>
    </dgm:pt>
    <dgm:pt modelId="{4EAD8007-2D47-4B9E-B172-7194EAF204BB}" type="pres">
      <dgm:prSet presAssocID="{E9BCD52A-4A6B-4954-8457-96CFBC9CE958}" presName="node" presStyleLbl="node1" presStyleIdx="1" presStyleCnt="4">
        <dgm:presLayoutVars>
          <dgm:bulletEnabled val="1"/>
        </dgm:presLayoutVars>
      </dgm:prSet>
      <dgm:spPr/>
    </dgm:pt>
    <dgm:pt modelId="{F0BB250A-C401-40A1-BC2B-2E3E1089B3D2}" type="pres">
      <dgm:prSet presAssocID="{AB3A58B5-7663-4400-89D4-9E77FF620C61}" presName="sibTrans" presStyleLbl="sibTrans1D1" presStyleIdx="1" presStyleCnt="3"/>
      <dgm:spPr/>
    </dgm:pt>
    <dgm:pt modelId="{5E5411B1-01EA-438D-B53C-05991E22C86C}" type="pres">
      <dgm:prSet presAssocID="{AB3A58B5-7663-4400-89D4-9E77FF620C61}" presName="connectorText" presStyleLbl="sibTrans1D1" presStyleIdx="1" presStyleCnt="3"/>
      <dgm:spPr/>
    </dgm:pt>
    <dgm:pt modelId="{6268BE1E-D999-4403-BC2E-C8F88CDD9092}" type="pres">
      <dgm:prSet presAssocID="{F3404FEC-0616-4ED1-A54A-C187BA212017}" presName="node" presStyleLbl="node1" presStyleIdx="2" presStyleCnt="4">
        <dgm:presLayoutVars>
          <dgm:bulletEnabled val="1"/>
        </dgm:presLayoutVars>
      </dgm:prSet>
      <dgm:spPr/>
    </dgm:pt>
    <dgm:pt modelId="{1A4F398B-0592-4DA8-9979-5654CDE0F108}" type="pres">
      <dgm:prSet presAssocID="{30D97083-55DC-482E-AF95-41EF63FF43CD}" presName="sibTrans" presStyleLbl="sibTrans1D1" presStyleIdx="2" presStyleCnt="3"/>
      <dgm:spPr/>
    </dgm:pt>
    <dgm:pt modelId="{DFD03F9E-95BA-46BE-BCA7-102BEC98C1C3}" type="pres">
      <dgm:prSet presAssocID="{30D97083-55DC-482E-AF95-41EF63FF43CD}" presName="connectorText" presStyleLbl="sibTrans1D1" presStyleIdx="2" presStyleCnt="3"/>
      <dgm:spPr/>
    </dgm:pt>
    <dgm:pt modelId="{548AA5FD-208B-4D5B-A9DC-B659ED03DB13}" type="pres">
      <dgm:prSet presAssocID="{2EAC3D9A-5A4A-4964-833B-882072C05E8A}" presName="node" presStyleLbl="node1" presStyleIdx="3" presStyleCnt="4">
        <dgm:presLayoutVars>
          <dgm:bulletEnabled val="1"/>
        </dgm:presLayoutVars>
      </dgm:prSet>
      <dgm:spPr/>
    </dgm:pt>
  </dgm:ptLst>
  <dgm:cxnLst>
    <dgm:cxn modelId="{AAFFFF1A-72AB-4719-B0AD-3F1429C8DED2}" type="presOf" srcId="{912A0F08-96BA-4468-A695-E2CDE6A063B4}" destId="{548AA5FD-208B-4D5B-A9DC-B659ED03DB13}" srcOrd="0" destOrd="1" presId="urn:microsoft.com/office/officeart/2016/7/layout/RepeatingBendingProcessNew"/>
    <dgm:cxn modelId="{77C11E22-A1D3-4650-8AFA-1FB424C39C74}" srcId="{2EAC3D9A-5A4A-4964-833B-882072C05E8A}" destId="{912A0F08-96BA-4468-A695-E2CDE6A063B4}" srcOrd="0" destOrd="0" parTransId="{9E80E9AB-C47D-4C02-9F60-A8C437433497}" sibTransId="{0EBABC3D-9E2A-46B9-8C71-463CBE2F616E}"/>
    <dgm:cxn modelId="{CC2A453B-0B99-4659-A8E6-EAAAC9F54F0F}" srcId="{520C7D75-6E6D-46FD-B6FC-6B9B52649959}" destId="{F3404FEC-0616-4ED1-A54A-C187BA212017}" srcOrd="2" destOrd="0" parTransId="{592B0E87-BB59-4DC6-877A-FC4CF06CFCC4}" sibTransId="{30D97083-55DC-482E-AF95-41EF63FF43CD}"/>
    <dgm:cxn modelId="{34EA7241-6E39-4D39-8A10-60F826866613}" type="presOf" srcId="{30D97083-55DC-482E-AF95-41EF63FF43CD}" destId="{1A4F398B-0592-4DA8-9979-5654CDE0F108}" srcOrd="0" destOrd="0" presId="urn:microsoft.com/office/officeart/2016/7/layout/RepeatingBendingProcessNew"/>
    <dgm:cxn modelId="{1B048163-D3C2-4A7B-A039-FA591520C992}" srcId="{2EAC3D9A-5A4A-4964-833B-882072C05E8A}" destId="{E954A66D-DEA7-4D54-BB32-8FD640CDB882}" srcOrd="1" destOrd="0" parTransId="{F33BE2BE-DEE3-4475-925E-EE29597EC73B}" sibTransId="{6F15C59A-3CF3-4459-9095-4FACB7DEAB0F}"/>
    <dgm:cxn modelId="{2B02DF64-4170-4397-AFC1-AAA06E22D736}" type="presOf" srcId="{756ACA0A-D68A-4879-98C6-1B94DD2FFE81}" destId="{004C31ED-D685-44DE-908F-F7D081B053AF}" srcOrd="0" destOrd="0" presId="urn:microsoft.com/office/officeart/2016/7/layout/RepeatingBendingProcessNew"/>
    <dgm:cxn modelId="{57FE6C69-BC00-4EEF-AA42-F305A46F835F}" type="presOf" srcId="{12494365-AFB7-42BA-9423-194314795769}" destId="{2EB22C2B-CACC-434C-9EF2-5AC3AF7A90D7}" srcOrd="0" destOrd="0" presId="urn:microsoft.com/office/officeart/2016/7/layout/RepeatingBendingProcessNew"/>
    <dgm:cxn modelId="{1E586C4A-5E14-444A-9340-7F41D71D9BB6}" type="presOf" srcId="{AB3A58B5-7663-4400-89D4-9E77FF620C61}" destId="{5E5411B1-01EA-438D-B53C-05991E22C86C}" srcOrd="1" destOrd="0" presId="urn:microsoft.com/office/officeart/2016/7/layout/RepeatingBendingProcessNew"/>
    <dgm:cxn modelId="{D76C716D-2F51-4AC0-9CC7-90FB0AC0E315}" srcId="{520C7D75-6E6D-46FD-B6FC-6B9B52649959}" destId="{2EAC3D9A-5A4A-4964-833B-882072C05E8A}" srcOrd="3" destOrd="0" parTransId="{AD30745B-27E1-478A-BC93-2592CEE298A0}" sibTransId="{1824C4D6-9B87-4556-9E90-B43FAFA23FEA}"/>
    <dgm:cxn modelId="{69BE576F-EC0B-474F-AA08-A434FE4B88D1}" srcId="{520C7D75-6E6D-46FD-B6FC-6B9B52649959}" destId="{E9BCD52A-4A6B-4954-8457-96CFBC9CE958}" srcOrd="1" destOrd="0" parTransId="{2D17BDBB-0C3A-4604-95F5-562C2B7946E7}" sibTransId="{AB3A58B5-7663-4400-89D4-9E77FF620C61}"/>
    <dgm:cxn modelId="{48E74D72-85ED-488F-8C7A-1BD899FB5321}" srcId="{520C7D75-6E6D-46FD-B6FC-6B9B52649959}" destId="{12494365-AFB7-42BA-9423-194314795769}" srcOrd="0" destOrd="0" parTransId="{C7A06B5D-B90B-47B6-BA9F-5A4FA4C5B42D}" sibTransId="{756ACA0A-D68A-4879-98C6-1B94DD2FFE81}"/>
    <dgm:cxn modelId="{E08F7673-6AF5-47DB-9D77-84A8F1F49921}" type="presOf" srcId="{AB3A58B5-7663-4400-89D4-9E77FF620C61}" destId="{F0BB250A-C401-40A1-BC2B-2E3E1089B3D2}" srcOrd="0" destOrd="0" presId="urn:microsoft.com/office/officeart/2016/7/layout/RepeatingBendingProcessNew"/>
    <dgm:cxn modelId="{C4CC3FA7-9A1C-4E07-862C-38E7F6A0B8F1}" type="presOf" srcId="{F3404FEC-0616-4ED1-A54A-C187BA212017}" destId="{6268BE1E-D999-4403-BC2E-C8F88CDD9092}" srcOrd="0" destOrd="0" presId="urn:microsoft.com/office/officeart/2016/7/layout/RepeatingBendingProcessNew"/>
    <dgm:cxn modelId="{A55E9CB4-0538-4A5D-9071-ADBE09B17011}" type="presOf" srcId="{30D97083-55DC-482E-AF95-41EF63FF43CD}" destId="{DFD03F9E-95BA-46BE-BCA7-102BEC98C1C3}" srcOrd="1" destOrd="0" presId="urn:microsoft.com/office/officeart/2016/7/layout/RepeatingBendingProcessNew"/>
    <dgm:cxn modelId="{01CACDB6-D78C-426B-9733-3BE6D671D607}" type="presOf" srcId="{520C7D75-6E6D-46FD-B6FC-6B9B52649959}" destId="{8D8B7FB8-9223-4215-B272-32D032064329}" srcOrd="0" destOrd="0" presId="urn:microsoft.com/office/officeart/2016/7/layout/RepeatingBendingProcessNew"/>
    <dgm:cxn modelId="{E1A850CD-C90D-49D2-9CC8-F0D52BA8298B}" type="presOf" srcId="{8D0EEEBC-AB83-4309-B7ED-FCFD72B18B75}" destId="{548AA5FD-208B-4D5B-A9DC-B659ED03DB13}" srcOrd="0" destOrd="3" presId="urn:microsoft.com/office/officeart/2016/7/layout/RepeatingBendingProcessNew"/>
    <dgm:cxn modelId="{5CF158D2-A7C2-4CB2-8972-EC5D89CE9D7D}" type="presOf" srcId="{2EAC3D9A-5A4A-4964-833B-882072C05E8A}" destId="{548AA5FD-208B-4D5B-A9DC-B659ED03DB13}" srcOrd="0" destOrd="0" presId="urn:microsoft.com/office/officeart/2016/7/layout/RepeatingBendingProcessNew"/>
    <dgm:cxn modelId="{479464ED-9A1E-4DC8-9C34-6BCC757C6076}" type="presOf" srcId="{E9BCD52A-4A6B-4954-8457-96CFBC9CE958}" destId="{4EAD8007-2D47-4B9E-B172-7194EAF204BB}" srcOrd="0" destOrd="0" presId="urn:microsoft.com/office/officeart/2016/7/layout/RepeatingBendingProcessNew"/>
    <dgm:cxn modelId="{A0586CF4-13EC-4084-93D5-DC66E93A55DE}" type="presOf" srcId="{756ACA0A-D68A-4879-98C6-1B94DD2FFE81}" destId="{6BE9A682-7710-48AF-8D38-7C765F0676BF}" srcOrd="1" destOrd="0" presId="urn:microsoft.com/office/officeart/2016/7/layout/RepeatingBendingProcessNew"/>
    <dgm:cxn modelId="{83AFEFFC-73E0-41F0-890B-51F086808822}" type="presOf" srcId="{E954A66D-DEA7-4D54-BB32-8FD640CDB882}" destId="{548AA5FD-208B-4D5B-A9DC-B659ED03DB13}" srcOrd="0" destOrd="2" presId="urn:microsoft.com/office/officeart/2016/7/layout/RepeatingBendingProcessNew"/>
    <dgm:cxn modelId="{CB0169FF-5592-4EED-ACBC-B57C2AAA30F3}" srcId="{2EAC3D9A-5A4A-4964-833B-882072C05E8A}" destId="{8D0EEEBC-AB83-4309-B7ED-FCFD72B18B75}" srcOrd="2" destOrd="0" parTransId="{B6A00BDC-1042-4B65-8C56-C65A8A687901}" sibTransId="{C916A4AB-8821-440E-B8E6-D62CD72CB6A7}"/>
    <dgm:cxn modelId="{83B42910-EE5B-450B-9845-9B1ADB902D66}" type="presParOf" srcId="{8D8B7FB8-9223-4215-B272-32D032064329}" destId="{2EB22C2B-CACC-434C-9EF2-5AC3AF7A90D7}" srcOrd="0" destOrd="0" presId="urn:microsoft.com/office/officeart/2016/7/layout/RepeatingBendingProcessNew"/>
    <dgm:cxn modelId="{A159A0A1-D5B7-4F25-8812-936D0815B4CA}" type="presParOf" srcId="{8D8B7FB8-9223-4215-B272-32D032064329}" destId="{004C31ED-D685-44DE-908F-F7D081B053AF}" srcOrd="1" destOrd="0" presId="urn:microsoft.com/office/officeart/2016/7/layout/RepeatingBendingProcessNew"/>
    <dgm:cxn modelId="{68FFE959-BF64-4549-89F4-CFABF42960B1}" type="presParOf" srcId="{004C31ED-D685-44DE-908F-F7D081B053AF}" destId="{6BE9A682-7710-48AF-8D38-7C765F0676BF}" srcOrd="0" destOrd="0" presId="urn:microsoft.com/office/officeart/2016/7/layout/RepeatingBendingProcessNew"/>
    <dgm:cxn modelId="{6976778D-A968-451E-8755-B500EABB2D5B}" type="presParOf" srcId="{8D8B7FB8-9223-4215-B272-32D032064329}" destId="{4EAD8007-2D47-4B9E-B172-7194EAF204BB}" srcOrd="2" destOrd="0" presId="urn:microsoft.com/office/officeart/2016/7/layout/RepeatingBendingProcessNew"/>
    <dgm:cxn modelId="{EC32F220-891B-40B4-9AC9-C2492FAB6CB3}" type="presParOf" srcId="{8D8B7FB8-9223-4215-B272-32D032064329}" destId="{F0BB250A-C401-40A1-BC2B-2E3E1089B3D2}" srcOrd="3" destOrd="0" presId="urn:microsoft.com/office/officeart/2016/7/layout/RepeatingBendingProcessNew"/>
    <dgm:cxn modelId="{0B2E4A90-5069-4AF7-8A8A-18060DF1A386}" type="presParOf" srcId="{F0BB250A-C401-40A1-BC2B-2E3E1089B3D2}" destId="{5E5411B1-01EA-438D-B53C-05991E22C86C}" srcOrd="0" destOrd="0" presId="urn:microsoft.com/office/officeart/2016/7/layout/RepeatingBendingProcessNew"/>
    <dgm:cxn modelId="{21BA8DD0-E54B-408B-BA04-2D481FC5CE3F}" type="presParOf" srcId="{8D8B7FB8-9223-4215-B272-32D032064329}" destId="{6268BE1E-D999-4403-BC2E-C8F88CDD9092}" srcOrd="4" destOrd="0" presId="urn:microsoft.com/office/officeart/2016/7/layout/RepeatingBendingProcessNew"/>
    <dgm:cxn modelId="{CCE4B3DE-E935-42B1-8AB9-88DFB55A73F7}" type="presParOf" srcId="{8D8B7FB8-9223-4215-B272-32D032064329}" destId="{1A4F398B-0592-4DA8-9979-5654CDE0F108}" srcOrd="5" destOrd="0" presId="urn:microsoft.com/office/officeart/2016/7/layout/RepeatingBendingProcessNew"/>
    <dgm:cxn modelId="{D78221EE-C6DF-4FBA-9E17-34057CDBE457}" type="presParOf" srcId="{1A4F398B-0592-4DA8-9979-5654CDE0F108}" destId="{DFD03F9E-95BA-46BE-BCA7-102BEC98C1C3}" srcOrd="0" destOrd="0" presId="urn:microsoft.com/office/officeart/2016/7/layout/RepeatingBendingProcessNew"/>
    <dgm:cxn modelId="{8370998C-7831-48E1-83FF-9FB6799269C1}" type="presParOf" srcId="{8D8B7FB8-9223-4215-B272-32D032064329}" destId="{548AA5FD-208B-4D5B-A9DC-B659ED03DB13}" srcOrd="6" destOrd="0" presId="urn:microsoft.com/office/officeart/2016/7/layout/RepeatingBendingProcessNew"/>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83D3236-8D28-412A-A11F-02978AE075A4}" type="doc">
      <dgm:prSet loTypeId="urn:microsoft.com/office/officeart/2005/8/layout/vProcess5" loCatId="process" qsTypeId="urn:microsoft.com/office/officeart/2005/8/quickstyle/simple1" qsCatId="simple" csTypeId="urn:microsoft.com/office/officeart/2005/8/colors/accent1_2" csCatId="accent1"/>
      <dgm:spPr/>
      <dgm:t>
        <a:bodyPr/>
        <a:lstStyle/>
        <a:p>
          <a:endParaRPr lang="en-US"/>
        </a:p>
      </dgm:t>
    </dgm:pt>
    <dgm:pt modelId="{A055093B-0FE4-4321-B77D-2040E95E67E3}">
      <dgm:prSet/>
      <dgm:spPr/>
      <dgm:t>
        <a:bodyPr/>
        <a:lstStyle/>
        <a:p>
          <a:r>
            <a:rPr lang="en-GB"/>
            <a:t>Then, I would make notes on the </a:t>
          </a:r>
          <a:r>
            <a:rPr lang="en-US"/>
            <a:t>present data, how it can be analyzed, what attributes</a:t>
          </a:r>
          <a:r>
            <a:rPr lang="en-GB"/>
            <a:t> can be compared, and where I can get the data to open new restaurants.</a:t>
          </a:r>
          <a:endParaRPr lang="en-US"/>
        </a:p>
      </dgm:t>
    </dgm:pt>
    <dgm:pt modelId="{7AB6086A-8D91-4ABB-901E-064AAC26FE79}" type="parTrans" cxnId="{FF56935D-09BB-4AEC-98A2-3E5C85AFBB80}">
      <dgm:prSet/>
      <dgm:spPr/>
      <dgm:t>
        <a:bodyPr/>
        <a:lstStyle/>
        <a:p>
          <a:endParaRPr lang="en-US"/>
        </a:p>
      </dgm:t>
    </dgm:pt>
    <dgm:pt modelId="{E1E60FCB-A32B-4B57-B478-70184E9717F4}" type="sibTrans" cxnId="{FF56935D-09BB-4AEC-98A2-3E5C85AFBB80}">
      <dgm:prSet/>
      <dgm:spPr/>
      <dgm:t>
        <a:bodyPr/>
        <a:lstStyle/>
        <a:p>
          <a:endParaRPr lang="en-US"/>
        </a:p>
      </dgm:t>
    </dgm:pt>
    <dgm:pt modelId="{AC2644B2-5510-4A26-BED8-EA3B4F903788}">
      <dgm:prSet/>
      <dgm:spPr/>
      <dgm:t>
        <a:bodyPr/>
        <a:lstStyle/>
        <a:p>
          <a:r>
            <a:rPr lang="en-GB"/>
            <a:t>Later, by following this new path I would Start making pivot tables and charts and according to the requirements, I would be adding new columns and use string functions, Aggregation and conditional aggregation, and conditional formatting to highlight the cities and their values which are selected to open the latest restaurants.</a:t>
          </a:r>
          <a:endParaRPr lang="en-US"/>
        </a:p>
      </dgm:t>
    </dgm:pt>
    <dgm:pt modelId="{5EECA478-5F1E-49B7-891C-5A77EDEBB544}" type="parTrans" cxnId="{6375CDCF-5C9F-4188-91DC-8C7A85B27DE0}">
      <dgm:prSet/>
      <dgm:spPr/>
      <dgm:t>
        <a:bodyPr/>
        <a:lstStyle/>
        <a:p>
          <a:endParaRPr lang="en-US"/>
        </a:p>
      </dgm:t>
    </dgm:pt>
    <dgm:pt modelId="{1852F519-29AD-496B-8244-1D156986DF49}" type="sibTrans" cxnId="{6375CDCF-5C9F-4188-91DC-8C7A85B27DE0}">
      <dgm:prSet/>
      <dgm:spPr/>
      <dgm:t>
        <a:bodyPr/>
        <a:lstStyle/>
        <a:p>
          <a:endParaRPr lang="en-US"/>
        </a:p>
      </dgm:t>
    </dgm:pt>
    <dgm:pt modelId="{EC5EED4B-A2FE-412A-A486-49A3E23CC591}">
      <dgm:prSet/>
      <dgm:spPr/>
      <dgm:t>
        <a:bodyPr/>
        <a:lstStyle/>
        <a:p>
          <a:r>
            <a:rPr lang="en-GB"/>
            <a:t>Thus, using these functions, I would make the pivot tables and charts accordingly.</a:t>
          </a:r>
          <a:endParaRPr lang="en-US"/>
        </a:p>
      </dgm:t>
    </dgm:pt>
    <dgm:pt modelId="{DE4925CC-BB16-4466-80FC-71D1FFFA29EC}" type="parTrans" cxnId="{CEC6A751-0393-46AE-9139-9F7B49576F1D}">
      <dgm:prSet/>
      <dgm:spPr/>
      <dgm:t>
        <a:bodyPr/>
        <a:lstStyle/>
        <a:p>
          <a:endParaRPr lang="en-US"/>
        </a:p>
      </dgm:t>
    </dgm:pt>
    <dgm:pt modelId="{CFB0A27B-99FD-42E1-9109-F4AE0297FDFD}" type="sibTrans" cxnId="{CEC6A751-0393-46AE-9139-9F7B49576F1D}">
      <dgm:prSet/>
      <dgm:spPr/>
      <dgm:t>
        <a:bodyPr/>
        <a:lstStyle/>
        <a:p>
          <a:endParaRPr lang="en-US"/>
        </a:p>
      </dgm:t>
    </dgm:pt>
    <dgm:pt modelId="{1F17BDE9-9BDD-4A6C-95A0-5579A43646FC}">
      <dgm:prSet/>
      <dgm:spPr/>
      <dgm:t>
        <a:bodyPr/>
        <a:lstStyle/>
        <a:p>
          <a:r>
            <a:rPr lang="en-GB"/>
            <a:t>After this I would start making the dashboard on a new worksheet and make sure that all the data collected in the form of tables and charts would be displayed visually and properly and make sure that the other people understand it properly. A dashboard is used to make the data more visual and easier to understand.</a:t>
          </a:r>
          <a:endParaRPr lang="en-US"/>
        </a:p>
      </dgm:t>
    </dgm:pt>
    <dgm:pt modelId="{EE48AA16-31E5-4D72-ACD6-02DDB5A67F7F}" type="parTrans" cxnId="{CF7EE6B9-D313-42DE-AB71-7519263B73AB}">
      <dgm:prSet/>
      <dgm:spPr/>
      <dgm:t>
        <a:bodyPr/>
        <a:lstStyle/>
        <a:p>
          <a:endParaRPr lang="en-US"/>
        </a:p>
      </dgm:t>
    </dgm:pt>
    <dgm:pt modelId="{15B088FA-E775-46E5-A310-82A2459F76F4}" type="sibTrans" cxnId="{CF7EE6B9-D313-42DE-AB71-7519263B73AB}">
      <dgm:prSet/>
      <dgm:spPr/>
      <dgm:t>
        <a:bodyPr/>
        <a:lstStyle/>
        <a:p>
          <a:endParaRPr lang="en-US"/>
        </a:p>
      </dgm:t>
    </dgm:pt>
    <dgm:pt modelId="{8F5045F8-9921-45F4-A267-AAEA4EB8084D}">
      <dgm:prSet/>
      <dgm:spPr/>
      <dgm:t>
        <a:bodyPr/>
        <a:lstStyle/>
        <a:p>
          <a:r>
            <a:rPr lang="en-GB"/>
            <a:t>In this way, I would analyze the data by myself.</a:t>
          </a:r>
          <a:endParaRPr lang="en-US"/>
        </a:p>
      </dgm:t>
    </dgm:pt>
    <dgm:pt modelId="{B5A0CB58-8A1F-4197-B515-AF95AF15D828}" type="parTrans" cxnId="{78BE29D3-203A-4F99-A1B1-AE4046FEA032}">
      <dgm:prSet/>
      <dgm:spPr/>
      <dgm:t>
        <a:bodyPr/>
        <a:lstStyle/>
        <a:p>
          <a:endParaRPr lang="en-US"/>
        </a:p>
      </dgm:t>
    </dgm:pt>
    <dgm:pt modelId="{285A9526-E9E3-4573-AE8E-83E7D26FC856}" type="sibTrans" cxnId="{78BE29D3-203A-4F99-A1B1-AE4046FEA032}">
      <dgm:prSet/>
      <dgm:spPr/>
      <dgm:t>
        <a:bodyPr/>
        <a:lstStyle/>
        <a:p>
          <a:endParaRPr lang="en-US"/>
        </a:p>
      </dgm:t>
    </dgm:pt>
    <dgm:pt modelId="{963E6A1D-8E6D-4408-9F3F-10D7CDFE66CE}" type="pres">
      <dgm:prSet presAssocID="{583D3236-8D28-412A-A11F-02978AE075A4}" presName="outerComposite" presStyleCnt="0">
        <dgm:presLayoutVars>
          <dgm:chMax val="5"/>
          <dgm:dir/>
          <dgm:resizeHandles val="exact"/>
        </dgm:presLayoutVars>
      </dgm:prSet>
      <dgm:spPr/>
    </dgm:pt>
    <dgm:pt modelId="{4DC5E7EF-2E55-4F05-BFA2-4ECD9F7A170E}" type="pres">
      <dgm:prSet presAssocID="{583D3236-8D28-412A-A11F-02978AE075A4}" presName="dummyMaxCanvas" presStyleCnt="0">
        <dgm:presLayoutVars/>
      </dgm:prSet>
      <dgm:spPr/>
    </dgm:pt>
    <dgm:pt modelId="{00E9A7F9-00F7-402C-8AFB-315A8DF15474}" type="pres">
      <dgm:prSet presAssocID="{583D3236-8D28-412A-A11F-02978AE075A4}" presName="FiveNodes_1" presStyleLbl="node1" presStyleIdx="0" presStyleCnt="5">
        <dgm:presLayoutVars>
          <dgm:bulletEnabled val="1"/>
        </dgm:presLayoutVars>
      </dgm:prSet>
      <dgm:spPr/>
    </dgm:pt>
    <dgm:pt modelId="{0305ED81-2E18-4F25-8114-A763F5D3078D}" type="pres">
      <dgm:prSet presAssocID="{583D3236-8D28-412A-A11F-02978AE075A4}" presName="FiveNodes_2" presStyleLbl="node1" presStyleIdx="1" presStyleCnt="5">
        <dgm:presLayoutVars>
          <dgm:bulletEnabled val="1"/>
        </dgm:presLayoutVars>
      </dgm:prSet>
      <dgm:spPr/>
    </dgm:pt>
    <dgm:pt modelId="{D441197F-BFDF-48DB-978F-B9B6D49E944A}" type="pres">
      <dgm:prSet presAssocID="{583D3236-8D28-412A-A11F-02978AE075A4}" presName="FiveNodes_3" presStyleLbl="node1" presStyleIdx="2" presStyleCnt="5">
        <dgm:presLayoutVars>
          <dgm:bulletEnabled val="1"/>
        </dgm:presLayoutVars>
      </dgm:prSet>
      <dgm:spPr/>
    </dgm:pt>
    <dgm:pt modelId="{C8DA94BF-299E-4E21-805A-049DA48F33CF}" type="pres">
      <dgm:prSet presAssocID="{583D3236-8D28-412A-A11F-02978AE075A4}" presName="FiveNodes_4" presStyleLbl="node1" presStyleIdx="3" presStyleCnt="5">
        <dgm:presLayoutVars>
          <dgm:bulletEnabled val="1"/>
        </dgm:presLayoutVars>
      </dgm:prSet>
      <dgm:spPr/>
    </dgm:pt>
    <dgm:pt modelId="{C213DB07-C564-4762-95CE-FF76A7A974AD}" type="pres">
      <dgm:prSet presAssocID="{583D3236-8D28-412A-A11F-02978AE075A4}" presName="FiveNodes_5" presStyleLbl="node1" presStyleIdx="4" presStyleCnt="5">
        <dgm:presLayoutVars>
          <dgm:bulletEnabled val="1"/>
        </dgm:presLayoutVars>
      </dgm:prSet>
      <dgm:spPr/>
    </dgm:pt>
    <dgm:pt modelId="{E01510B5-D2A6-4F16-9257-BE20A3C5C9E0}" type="pres">
      <dgm:prSet presAssocID="{583D3236-8D28-412A-A11F-02978AE075A4}" presName="FiveConn_1-2" presStyleLbl="fgAccFollowNode1" presStyleIdx="0" presStyleCnt="4">
        <dgm:presLayoutVars>
          <dgm:bulletEnabled val="1"/>
        </dgm:presLayoutVars>
      </dgm:prSet>
      <dgm:spPr/>
    </dgm:pt>
    <dgm:pt modelId="{F710B5D4-5F3A-4732-924F-F1ED1951C939}" type="pres">
      <dgm:prSet presAssocID="{583D3236-8D28-412A-A11F-02978AE075A4}" presName="FiveConn_2-3" presStyleLbl="fgAccFollowNode1" presStyleIdx="1" presStyleCnt="4">
        <dgm:presLayoutVars>
          <dgm:bulletEnabled val="1"/>
        </dgm:presLayoutVars>
      </dgm:prSet>
      <dgm:spPr/>
    </dgm:pt>
    <dgm:pt modelId="{0DF49F2D-7DA3-4EB1-8719-C907A367420E}" type="pres">
      <dgm:prSet presAssocID="{583D3236-8D28-412A-A11F-02978AE075A4}" presName="FiveConn_3-4" presStyleLbl="fgAccFollowNode1" presStyleIdx="2" presStyleCnt="4">
        <dgm:presLayoutVars>
          <dgm:bulletEnabled val="1"/>
        </dgm:presLayoutVars>
      </dgm:prSet>
      <dgm:spPr/>
    </dgm:pt>
    <dgm:pt modelId="{D2477A70-EE81-4D19-8C5B-184CBF443419}" type="pres">
      <dgm:prSet presAssocID="{583D3236-8D28-412A-A11F-02978AE075A4}" presName="FiveConn_4-5" presStyleLbl="fgAccFollowNode1" presStyleIdx="3" presStyleCnt="4">
        <dgm:presLayoutVars>
          <dgm:bulletEnabled val="1"/>
        </dgm:presLayoutVars>
      </dgm:prSet>
      <dgm:spPr/>
    </dgm:pt>
    <dgm:pt modelId="{51BBDCA7-C8C4-4658-9EA8-327168756F4F}" type="pres">
      <dgm:prSet presAssocID="{583D3236-8D28-412A-A11F-02978AE075A4}" presName="FiveNodes_1_text" presStyleLbl="node1" presStyleIdx="4" presStyleCnt="5">
        <dgm:presLayoutVars>
          <dgm:bulletEnabled val="1"/>
        </dgm:presLayoutVars>
      </dgm:prSet>
      <dgm:spPr/>
    </dgm:pt>
    <dgm:pt modelId="{A6A01A9F-A35B-4379-A3ED-CF250827DA0A}" type="pres">
      <dgm:prSet presAssocID="{583D3236-8D28-412A-A11F-02978AE075A4}" presName="FiveNodes_2_text" presStyleLbl="node1" presStyleIdx="4" presStyleCnt="5">
        <dgm:presLayoutVars>
          <dgm:bulletEnabled val="1"/>
        </dgm:presLayoutVars>
      </dgm:prSet>
      <dgm:spPr/>
    </dgm:pt>
    <dgm:pt modelId="{69214276-8F73-4299-A363-4B5497435637}" type="pres">
      <dgm:prSet presAssocID="{583D3236-8D28-412A-A11F-02978AE075A4}" presName="FiveNodes_3_text" presStyleLbl="node1" presStyleIdx="4" presStyleCnt="5">
        <dgm:presLayoutVars>
          <dgm:bulletEnabled val="1"/>
        </dgm:presLayoutVars>
      </dgm:prSet>
      <dgm:spPr/>
    </dgm:pt>
    <dgm:pt modelId="{977BFAE0-9A50-440F-9031-3ECCF82133AB}" type="pres">
      <dgm:prSet presAssocID="{583D3236-8D28-412A-A11F-02978AE075A4}" presName="FiveNodes_4_text" presStyleLbl="node1" presStyleIdx="4" presStyleCnt="5">
        <dgm:presLayoutVars>
          <dgm:bulletEnabled val="1"/>
        </dgm:presLayoutVars>
      </dgm:prSet>
      <dgm:spPr/>
    </dgm:pt>
    <dgm:pt modelId="{F0A752BA-2ED7-46ED-BEE9-567BB4FFE604}" type="pres">
      <dgm:prSet presAssocID="{583D3236-8D28-412A-A11F-02978AE075A4}" presName="FiveNodes_5_text" presStyleLbl="node1" presStyleIdx="4" presStyleCnt="5">
        <dgm:presLayoutVars>
          <dgm:bulletEnabled val="1"/>
        </dgm:presLayoutVars>
      </dgm:prSet>
      <dgm:spPr/>
    </dgm:pt>
  </dgm:ptLst>
  <dgm:cxnLst>
    <dgm:cxn modelId="{FF56935D-09BB-4AEC-98A2-3E5C85AFBB80}" srcId="{583D3236-8D28-412A-A11F-02978AE075A4}" destId="{A055093B-0FE4-4321-B77D-2040E95E67E3}" srcOrd="0" destOrd="0" parTransId="{7AB6086A-8D91-4ABB-901E-064AAC26FE79}" sibTransId="{E1E60FCB-A32B-4B57-B478-70184E9717F4}"/>
    <dgm:cxn modelId="{E91FAB5D-D292-481B-81EC-DBE75D77AE47}" type="presOf" srcId="{1F17BDE9-9BDD-4A6C-95A0-5579A43646FC}" destId="{C8DA94BF-299E-4E21-805A-049DA48F33CF}" srcOrd="0" destOrd="0" presId="urn:microsoft.com/office/officeart/2005/8/layout/vProcess5"/>
    <dgm:cxn modelId="{8DD88B63-8725-432E-974A-E95F49C236FC}" type="presOf" srcId="{1852F519-29AD-496B-8244-1D156986DF49}" destId="{F710B5D4-5F3A-4732-924F-F1ED1951C939}" srcOrd="0" destOrd="0" presId="urn:microsoft.com/office/officeart/2005/8/layout/vProcess5"/>
    <dgm:cxn modelId="{F88EE964-7008-454D-9F8E-27B357503841}" type="presOf" srcId="{A055093B-0FE4-4321-B77D-2040E95E67E3}" destId="{00E9A7F9-00F7-402C-8AFB-315A8DF15474}" srcOrd="0" destOrd="0" presId="urn:microsoft.com/office/officeart/2005/8/layout/vProcess5"/>
    <dgm:cxn modelId="{CEC6A751-0393-46AE-9139-9F7B49576F1D}" srcId="{583D3236-8D28-412A-A11F-02978AE075A4}" destId="{EC5EED4B-A2FE-412A-A486-49A3E23CC591}" srcOrd="2" destOrd="0" parTransId="{DE4925CC-BB16-4466-80FC-71D1FFFA29EC}" sibTransId="{CFB0A27B-99FD-42E1-9109-F4AE0297FDFD}"/>
    <dgm:cxn modelId="{A0286F52-B3EA-4DB0-B397-873F42E68564}" type="presOf" srcId="{15B088FA-E775-46E5-A310-82A2459F76F4}" destId="{D2477A70-EE81-4D19-8C5B-184CBF443419}" srcOrd="0" destOrd="0" presId="urn:microsoft.com/office/officeart/2005/8/layout/vProcess5"/>
    <dgm:cxn modelId="{99A53976-C633-42E3-93A3-A01E4E4DB262}" type="presOf" srcId="{EC5EED4B-A2FE-412A-A486-49A3E23CC591}" destId="{D441197F-BFDF-48DB-978F-B9B6D49E944A}" srcOrd="0" destOrd="0" presId="urn:microsoft.com/office/officeart/2005/8/layout/vProcess5"/>
    <dgm:cxn modelId="{F9866282-0B33-4518-BCC5-B18FC7905432}" type="presOf" srcId="{AC2644B2-5510-4A26-BED8-EA3B4F903788}" destId="{0305ED81-2E18-4F25-8114-A763F5D3078D}" srcOrd="0" destOrd="0" presId="urn:microsoft.com/office/officeart/2005/8/layout/vProcess5"/>
    <dgm:cxn modelId="{D409A58B-B2D7-4CCC-8460-CAE5CE04FE9B}" type="presOf" srcId="{583D3236-8D28-412A-A11F-02978AE075A4}" destId="{963E6A1D-8E6D-4408-9F3F-10D7CDFE66CE}" srcOrd="0" destOrd="0" presId="urn:microsoft.com/office/officeart/2005/8/layout/vProcess5"/>
    <dgm:cxn modelId="{E113E09B-B5F4-453B-BA10-D22CB6DEBDD6}" type="presOf" srcId="{EC5EED4B-A2FE-412A-A486-49A3E23CC591}" destId="{69214276-8F73-4299-A363-4B5497435637}" srcOrd="1" destOrd="0" presId="urn:microsoft.com/office/officeart/2005/8/layout/vProcess5"/>
    <dgm:cxn modelId="{F3CB78AC-2CB0-46DE-B2A9-46387EA1197F}" type="presOf" srcId="{8F5045F8-9921-45F4-A267-AAEA4EB8084D}" destId="{F0A752BA-2ED7-46ED-BEE9-567BB4FFE604}" srcOrd="1" destOrd="0" presId="urn:microsoft.com/office/officeart/2005/8/layout/vProcess5"/>
    <dgm:cxn modelId="{CF7EE6B9-D313-42DE-AB71-7519263B73AB}" srcId="{583D3236-8D28-412A-A11F-02978AE075A4}" destId="{1F17BDE9-9BDD-4A6C-95A0-5579A43646FC}" srcOrd="3" destOrd="0" parTransId="{EE48AA16-31E5-4D72-ACD6-02DDB5A67F7F}" sibTransId="{15B088FA-E775-46E5-A310-82A2459F76F4}"/>
    <dgm:cxn modelId="{08B5C2CB-2130-466D-85CD-0AFD20CD4FFC}" type="presOf" srcId="{8F5045F8-9921-45F4-A267-AAEA4EB8084D}" destId="{C213DB07-C564-4762-95CE-FF76A7A974AD}" srcOrd="0" destOrd="0" presId="urn:microsoft.com/office/officeart/2005/8/layout/vProcess5"/>
    <dgm:cxn modelId="{6375CDCF-5C9F-4188-91DC-8C7A85B27DE0}" srcId="{583D3236-8D28-412A-A11F-02978AE075A4}" destId="{AC2644B2-5510-4A26-BED8-EA3B4F903788}" srcOrd="1" destOrd="0" parTransId="{5EECA478-5F1E-49B7-891C-5A77EDEBB544}" sibTransId="{1852F519-29AD-496B-8244-1D156986DF49}"/>
    <dgm:cxn modelId="{78BE29D3-203A-4F99-A1B1-AE4046FEA032}" srcId="{583D3236-8D28-412A-A11F-02978AE075A4}" destId="{8F5045F8-9921-45F4-A267-AAEA4EB8084D}" srcOrd="4" destOrd="0" parTransId="{B5A0CB58-8A1F-4197-B515-AF95AF15D828}" sibTransId="{285A9526-E9E3-4573-AE8E-83E7D26FC856}"/>
    <dgm:cxn modelId="{EB1AF4D6-85C8-45C4-BDDD-8A2E45A59D32}" type="presOf" srcId="{1F17BDE9-9BDD-4A6C-95A0-5579A43646FC}" destId="{977BFAE0-9A50-440F-9031-3ECCF82133AB}" srcOrd="1" destOrd="0" presId="urn:microsoft.com/office/officeart/2005/8/layout/vProcess5"/>
    <dgm:cxn modelId="{CC9F41D8-724C-4C7F-A834-872EC217D322}" type="presOf" srcId="{AC2644B2-5510-4A26-BED8-EA3B4F903788}" destId="{A6A01A9F-A35B-4379-A3ED-CF250827DA0A}" srcOrd="1" destOrd="0" presId="urn:microsoft.com/office/officeart/2005/8/layout/vProcess5"/>
    <dgm:cxn modelId="{E2FE84E4-2A8C-4CDA-842E-2899618ADA4B}" type="presOf" srcId="{A055093B-0FE4-4321-B77D-2040E95E67E3}" destId="{51BBDCA7-C8C4-4658-9EA8-327168756F4F}" srcOrd="1" destOrd="0" presId="urn:microsoft.com/office/officeart/2005/8/layout/vProcess5"/>
    <dgm:cxn modelId="{6C7CFFE8-7F29-4AA6-B655-91D7DE6ACE59}" type="presOf" srcId="{E1E60FCB-A32B-4B57-B478-70184E9717F4}" destId="{E01510B5-D2A6-4F16-9257-BE20A3C5C9E0}" srcOrd="0" destOrd="0" presId="urn:microsoft.com/office/officeart/2005/8/layout/vProcess5"/>
    <dgm:cxn modelId="{5C4C23EF-064A-4B81-81CB-393CD77311B0}" type="presOf" srcId="{CFB0A27B-99FD-42E1-9109-F4AE0297FDFD}" destId="{0DF49F2D-7DA3-4EB1-8719-C907A367420E}" srcOrd="0" destOrd="0" presId="urn:microsoft.com/office/officeart/2005/8/layout/vProcess5"/>
    <dgm:cxn modelId="{C2EBE82A-10B0-4D95-AE61-1EE7F028F7DC}" type="presParOf" srcId="{963E6A1D-8E6D-4408-9F3F-10D7CDFE66CE}" destId="{4DC5E7EF-2E55-4F05-BFA2-4ECD9F7A170E}" srcOrd="0" destOrd="0" presId="urn:microsoft.com/office/officeart/2005/8/layout/vProcess5"/>
    <dgm:cxn modelId="{6402C46B-E7E0-4E15-8816-C5CE85EA28E5}" type="presParOf" srcId="{963E6A1D-8E6D-4408-9F3F-10D7CDFE66CE}" destId="{00E9A7F9-00F7-402C-8AFB-315A8DF15474}" srcOrd="1" destOrd="0" presId="urn:microsoft.com/office/officeart/2005/8/layout/vProcess5"/>
    <dgm:cxn modelId="{69CB74E7-02DF-493B-8819-B809274BA7CD}" type="presParOf" srcId="{963E6A1D-8E6D-4408-9F3F-10D7CDFE66CE}" destId="{0305ED81-2E18-4F25-8114-A763F5D3078D}" srcOrd="2" destOrd="0" presId="urn:microsoft.com/office/officeart/2005/8/layout/vProcess5"/>
    <dgm:cxn modelId="{C1A0D874-4E73-4CBD-A4D0-5AA8861FDEFC}" type="presParOf" srcId="{963E6A1D-8E6D-4408-9F3F-10D7CDFE66CE}" destId="{D441197F-BFDF-48DB-978F-B9B6D49E944A}" srcOrd="3" destOrd="0" presId="urn:microsoft.com/office/officeart/2005/8/layout/vProcess5"/>
    <dgm:cxn modelId="{62B0D1CE-3B87-4AAB-9818-7F17C0F8DAFD}" type="presParOf" srcId="{963E6A1D-8E6D-4408-9F3F-10D7CDFE66CE}" destId="{C8DA94BF-299E-4E21-805A-049DA48F33CF}" srcOrd="4" destOrd="0" presId="urn:microsoft.com/office/officeart/2005/8/layout/vProcess5"/>
    <dgm:cxn modelId="{15723A95-9FD6-4EF5-84A2-56310AA5B9A8}" type="presParOf" srcId="{963E6A1D-8E6D-4408-9F3F-10D7CDFE66CE}" destId="{C213DB07-C564-4762-95CE-FF76A7A974AD}" srcOrd="5" destOrd="0" presId="urn:microsoft.com/office/officeart/2005/8/layout/vProcess5"/>
    <dgm:cxn modelId="{CA3DD239-93C7-43FE-A9F7-A3ED60597752}" type="presParOf" srcId="{963E6A1D-8E6D-4408-9F3F-10D7CDFE66CE}" destId="{E01510B5-D2A6-4F16-9257-BE20A3C5C9E0}" srcOrd="6" destOrd="0" presId="urn:microsoft.com/office/officeart/2005/8/layout/vProcess5"/>
    <dgm:cxn modelId="{89D14940-EF65-4152-A665-7430AFA4C83F}" type="presParOf" srcId="{963E6A1D-8E6D-4408-9F3F-10D7CDFE66CE}" destId="{F710B5D4-5F3A-4732-924F-F1ED1951C939}" srcOrd="7" destOrd="0" presId="urn:microsoft.com/office/officeart/2005/8/layout/vProcess5"/>
    <dgm:cxn modelId="{FD04FA22-823F-4ADC-BEBB-52C8FF574844}" type="presParOf" srcId="{963E6A1D-8E6D-4408-9F3F-10D7CDFE66CE}" destId="{0DF49F2D-7DA3-4EB1-8719-C907A367420E}" srcOrd="8" destOrd="0" presId="urn:microsoft.com/office/officeart/2005/8/layout/vProcess5"/>
    <dgm:cxn modelId="{7F9F21A5-AE40-4A2B-8DEF-FFA3530DE121}" type="presParOf" srcId="{963E6A1D-8E6D-4408-9F3F-10D7CDFE66CE}" destId="{D2477A70-EE81-4D19-8C5B-184CBF443419}" srcOrd="9" destOrd="0" presId="urn:microsoft.com/office/officeart/2005/8/layout/vProcess5"/>
    <dgm:cxn modelId="{ED64F94F-FD21-4F28-9522-2D9697ACFC70}" type="presParOf" srcId="{963E6A1D-8E6D-4408-9F3F-10D7CDFE66CE}" destId="{51BBDCA7-C8C4-4658-9EA8-327168756F4F}" srcOrd="10" destOrd="0" presId="urn:microsoft.com/office/officeart/2005/8/layout/vProcess5"/>
    <dgm:cxn modelId="{8F45DFC6-F856-4299-AA6A-973E2F3CB2C6}" type="presParOf" srcId="{963E6A1D-8E6D-4408-9F3F-10D7CDFE66CE}" destId="{A6A01A9F-A35B-4379-A3ED-CF250827DA0A}" srcOrd="11" destOrd="0" presId="urn:microsoft.com/office/officeart/2005/8/layout/vProcess5"/>
    <dgm:cxn modelId="{180A1869-54B3-4220-A7BD-C3636085A719}" type="presParOf" srcId="{963E6A1D-8E6D-4408-9F3F-10D7CDFE66CE}" destId="{69214276-8F73-4299-A363-4B5497435637}" srcOrd="12" destOrd="0" presId="urn:microsoft.com/office/officeart/2005/8/layout/vProcess5"/>
    <dgm:cxn modelId="{371358E1-227B-4959-AE3C-574A37533134}" type="presParOf" srcId="{963E6A1D-8E6D-4408-9F3F-10D7CDFE66CE}" destId="{977BFAE0-9A50-440F-9031-3ECCF82133AB}" srcOrd="13" destOrd="0" presId="urn:microsoft.com/office/officeart/2005/8/layout/vProcess5"/>
    <dgm:cxn modelId="{FFC718AB-5F9F-4BB4-BE45-50BFFF056920}" type="presParOf" srcId="{963E6A1D-8E6D-4408-9F3F-10D7CDFE66CE}" destId="{F0A752BA-2ED7-46ED-BEE9-567BB4FFE604}"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38FB62-1BCD-4E1A-8C64-4B95EF6EF7F4}">
      <dsp:nvSpPr>
        <dsp:cNvPr id="0" name=""/>
        <dsp:cNvSpPr/>
      </dsp:nvSpPr>
      <dsp:spPr>
        <a:xfrm>
          <a:off x="3463" y="1044074"/>
          <a:ext cx="1687945" cy="1071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41478D4-60C6-49F5-9EF9-5327D6270A5D}">
      <dsp:nvSpPr>
        <dsp:cNvPr id="0" name=""/>
        <dsp:cNvSpPr/>
      </dsp:nvSpPr>
      <dsp:spPr>
        <a:xfrm>
          <a:off x="191013" y="1222246"/>
          <a:ext cx="1687945" cy="10718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Global Market Expansion.</a:t>
          </a:r>
          <a:endParaRPr lang="en-US" sz="2100" kern="1200"/>
        </a:p>
      </dsp:txBody>
      <dsp:txXfrm>
        <a:off x="222406" y="1253639"/>
        <a:ext cx="1625159" cy="1009059"/>
      </dsp:txXfrm>
    </dsp:sp>
    <dsp:sp modelId="{64D19723-D9B2-42E9-9A7B-89BA21E1EE0E}">
      <dsp:nvSpPr>
        <dsp:cNvPr id="0" name=""/>
        <dsp:cNvSpPr/>
      </dsp:nvSpPr>
      <dsp:spPr>
        <a:xfrm>
          <a:off x="2066508" y="1044074"/>
          <a:ext cx="1687945" cy="1071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41C08-1357-4848-8C99-F510E87C0864}">
      <dsp:nvSpPr>
        <dsp:cNvPr id="0" name=""/>
        <dsp:cNvSpPr/>
      </dsp:nvSpPr>
      <dsp:spPr>
        <a:xfrm>
          <a:off x="2254057" y="1222246"/>
          <a:ext cx="1687945" cy="10718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Revenue Growth.</a:t>
          </a:r>
          <a:endParaRPr lang="en-US" sz="2100" kern="1200"/>
        </a:p>
      </dsp:txBody>
      <dsp:txXfrm>
        <a:off x="2285450" y="1253639"/>
        <a:ext cx="1625159" cy="1009059"/>
      </dsp:txXfrm>
    </dsp:sp>
    <dsp:sp modelId="{AE422DBC-7F94-4D84-B586-1D6FDFE31A91}">
      <dsp:nvSpPr>
        <dsp:cNvPr id="0" name=""/>
        <dsp:cNvSpPr/>
      </dsp:nvSpPr>
      <dsp:spPr>
        <a:xfrm>
          <a:off x="4129552" y="1044074"/>
          <a:ext cx="1687945" cy="1071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062C9E2-2917-45C2-8856-97760755F849}">
      <dsp:nvSpPr>
        <dsp:cNvPr id="0" name=""/>
        <dsp:cNvSpPr/>
      </dsp:nvSpPr>
      <dsp:spPr>
        <a:xfrm>
          <a:off x="4317102" y="1222246"/>
          <a:ext cx="1687945" cy="10718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Brand Recognition</a:t>
          </a:r>
          <a:endParaRPr lang="en-US" sz="2100" kern="1200"/>
        </a:p>
      </dsp:txBody>
      <dsp:txXfrm>
        <a:off x="4348495" y="1253639"/>
        <a:ext cx="1625159" cy="1009059"/>
      </dsp:txXfrm>
    </dsp:sp>
    <dsp:sp modelId="{FEA9ADB6-3CB5-4218-8E28-EF739AABD672}">
      <dsp:nvSpPr>
        <dsp:cNvPr id="0" name=""/>
        <dsp:cNvSpPr/>
      </dsp:nvSpPr>
      <dsp:spPr>
        <a:xfrm>
          <a:off x="6192596" y="1044074"/>
          <a:ext cx="1687945" cy="1071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D3546E-3EFB-416E-9BF7-07D16EBC8AC3}">
      <dsp:nvSpPr>
        <dsp:cNvPr id="0" name=""/>
        <dsp:cNvSpPr/>
      </dsp:nvSpPr>
      <dsp:spPr>
        <a:xfrm>
          <a:off x="6380146" y="1222246"/>
          <a:ext cx="1687945" cy="10718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Restaurants Partnership.</a:t>
          </a:r>
          <a:endParaRPr lang="en-US" sz="2100" kern="1200"/>
        </a:p>
      </dsp:txBody>
      <dsp:txXfrm>
        <a:off x="6411539" y="1253639"/>
        <a:ext cx="1625159" cy="1009059"/>
      </dsp:txXfrm>
    </dsp:sp>
    <dsp:sp modelId="{7BA9D85A-AA47-4EBC-9029-1AA0CC63159A}">
      <dsp:nvSpPr>
        <dsp:cNvPr id="0" name=""/>
        <dsp:cNvSpPr/>
      </dsp:nvSpPr>
      <dsp:spPr>
        <a:xfrm>
          <a:off x="8255641" y="1044074"/>
          <a:ext cx="1687945" cy="107184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258AB7-D8A1-4DCE-A3C2-FA1B7F2F9F30}">
      <dsp:nvSpPr>
        <dsp:cNvPr id="0" name=""/>
        <dsp:cNvSpPr/>
      </dsp:nvSpPr>
      <dsp:spPr>
        <a:xfrm>
          <a:off x="8443190" y="1222246"/>
          <a:ext cx="1687945" cy="107184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kern="1200"/>
            <a:t>Quality.</a:t>
          </a:r>
          <a:endParaRPr lang="en-US" sz="2100" kern="1200"/>
        </a:p>
      </dsp:txBody>
      <dsp:txXfrm>
        <a:off x="8474583" y="1253639"/>
        <a:ext cx="1625159" cy="10090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285A6E-043F-4752-A755-44B1718F0B8B}">
      <dsp:nvSpPr>
        <dsp:cNvPr id="0" name=""/>
        <dsp:cNvSpPr/>
      </dsp:nvSpPr>
      <dsp:spPr>
        <a:xfrm>
          <a:off x="0" y="4240"/>
          <a:ext cx="5172227" cy="9288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4D339D-8BBC-4574-95FF-349837815EBC}">
      <dsp:nvSpPr>
        <dsp:cNvPr id="0" name=""/>
        <dsp:cNvSpPr/>
      </dsp:nvSpPr>
      <dsp:spPr>
        <a:xfrm>
          <a:off x="280990" y="213241"/>
          <a:ext cx="511391" cy="51089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7C2B24-1D68-44B4-A5B2-629E7F00813E}">
      <dsp:nvSpPr>
        <dsp:cNvPr id="0" name=""/>
        <dsp:cNvSpPr/>
      </dsp:nvSpPr>
      <dsp:spPr>
        <a:xfrm>
          <a:off x="1073372" y="4240"/>
          <a:ext cx="4066343" cy="98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52" tIns="104452" rIns="104452" bIns="104452" numCol="1" spcCol="1270" anchor="ctr" anchorCtr="0">
          <a:noAutofit/>
        </a:bodyPr>
        <a:lstStyle/>
        <a:p>
          <a:pPr marL="0" lvl="0" indent="0" algn="just" defTabSz="622300">
            <a:lnSpc>
              <a:spcPct val="100000"/>
            </a:lnSpc>
            <a:spcBef>
              <a:spcPct val="0"/>
            </a:spcBef>
            <a:spcAft>
              <a:spcPct val="35000"/>
            </a:spcAft>
            <a:buNone/>
          </a:pPr>
          <a:r>
            <a:rPr lang="en-IN" sz="1400" b="1" kern="1200" dirty="0"/>
            <a:t>Data Cleaning: </a:t>
          </a:r>
          <a:r>
            <a:rPr lang="en-IN" sz="1400" kern="1200" dirty="0"/>
            <a:t>Utilized tools like Sort &amp; Filter to select the blanks and remove it and to check if there are any duplicates or not.</a:t>
          </a:r>
          <a:endParaRPr lang="en-US" sz="1400" kern="1200" dirty="0"/>
        </a:p>
      </dsp:txBody>
      <dsp:txXfrm>
        <a:off x="1073372" y="4240"/>
        <a:ext cx="4066343" cy="986950"/>
      </dsp:txXfrm>
    </dsp:sp>
    <dsp:sp modelId="{87894118-5B4A-467E-820B-1478D33DFFE8}">
      <dsp:nvSpPr>
        <dsp:cNvPr id="0" name=""/>
        <dsp:cNvSpPr/>
      </dsp:nvSpPr>
      <dsp:spPr>
        <a:xfrm>
          <a:off x="0" y="1237928"/>
          <a:ext cx="5172227" cy="9288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E96891-52EF-4ADF-8464-9571021B891C}">
      <dsp:nvSpPr>
        <dsp:cNvPr id="0" name=""/>
        <dsp:cNvSpPr/>
      </dsp:nvSpPr>
      <dsp:spPr>
        <a:xfrm>
          <a:off x="280990" y="1446929"/>
          <a:ext cx="511391" cy="51089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4151B51-31A7-40AB-8B7F-AA0814B0F2E2}">
      <dsp:nvSpPr>
        <dsp:cNvPr id="0" name=""/>
        <dsp:cNvSpPr/>
      </dsp:nvSpPr>
      <dsp:spPr>
        <a:xfrm>
          <a:off x="1073372" y="1237928"/>
          <a:ext cx="4066343" cy="98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52" tIns="104452" rIns="104452" bIns="104452" numCol="1" spcCol="1270" anchor="ctr" anchorCtr="0">
          <a:noAutofit/>
        </a:bodyPr>
        <a:lstStyle/>
        <a:p>
          <a:pPr marL="0" lvl="0" indent="0" algn="just" defTabSz="622300">
            <a:lnSpc>
              <a:spcPct val="100000"/>
            </a:lnSpc>
            <a:spcBef>
              <a:spcPct val="0"/>
            </a:spcBef>
            <a:spcAft>
              <a:spcPct val="35000"/>
            </a:spcAft>
            <a:buNone/>
          </a:pPr>
          <a:r>
            <a:rPr lang="en-IN" sz="1400" b="1" kern="1200" dirty="0"/>
            <a:t>Data Enrichment:</a:t>
          </a:r>
          <a:r>
            <a:rPr lang="en-IN" sz="1400" kern="1200" dirty="0"/>
            <a:t> Enhanced the data with additional variables like VLOOKUP to cross reference external data sources.</a:t>
          </a:r>
          <a:endParaRPr lang="en-US" sz="1400" kern="1200" dirty="0"/>
        </a:p>
      </dsp:txBody>
      <dsp:txXfrm>
        <a:off x="1073372" y="1237928"/>
        <a:ext cx="4066343" cy="986950"/>
      </dsp:txXfrm>
    </dsp:sp>
    <dsp:sp modelId="{E479E2E4-2503-4CB6-8ED1-477D8EEEF96B}">
      <dsp:nvSpPr>
        <dsp:cNvPr id="0" name=""/>
        <dsp:cNvSpPr/>
      </dsp:nvSpPr>
      <dsp:spPr>
        <a:xfrm>
          <a:off x="0" y="2471616"/>
          <a:ext cx="5172227" cy="9288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53752BB-BCC3-481E-8460-7D8A39977877}">
      <dsp:nvSpPr>
        <dsp:cNvPr id="0" name=""/>
        <dsp:cNvSpPr/>
      </dsp:nvSpPr>
      <dsp:spPr>
        <a:xfrm>
          <a:off x="280990" y="2680617"/>
          <a:ext cx="511391" cy="51089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FB62EB-3163-4A46-BBB4-B8A56C761E51}">
      <dsp:nvSpPr>
        <dsp:cNvPr id="0" name=""/>
        <dsp:cNvSpPr/>
      </dsp:nvSpPr>
      <dsp:spPr>
        <a:xfrm>
          <a:off x="1073372" y="2471616"/>
          <a:ext cx="4066343" cy="98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52" tIns="104452" rIns="104452" bIns="104452" numCol="1" spcCol="1270" anchor="ctr" anchorCtr="0">
          <a:noAutofit/>
        </a:bodyPr>
        <a:lstStyle/>
        <a:p>
          <a:pPr marL="0" lvl="0" indent="0" algn="just" defTabSz="622300">
            <a:lnSpc>
              <a:spcPct val="100000"/>
            </a:lnSpc>
            <a:spcBef>
              <a:spcPct val="0"/>
            </a:spcBef>
            <a:spcAft>
              <a:spcPct val="35000"/>
            </a:spcAft>
            <a:buNone/>
          </a:pPr>
          <a:r>
            <a:rPr lang="en-IN" sz="1400" b="1" kern="1200" dirty="0"/>
            <a:t>Descriptive Analysis: </a:t>
          </a:r>
          <a:r>
            <a:rPr lang="en-IN" sz="1400" kern="1200" dirty="0"/>
            <a:t>Used Pivot Tables by using different attributes and comparing the results across different countries and find best option to open new restaurants.</a:t>
          </a:r>
          <a:endParaRPr lang="en-US" sz="1400" kern="1200" dirty="0"/>
        </a:p>
      </dsp:txBody>
      <dsp:txXfrm>
        <a:off x="1073372" y="2471616"/>
        <a:ext cx="4066343" cy="986950"/>
      </dsp:txXfrm>
    </dsp:sp>
    <dsp:sp modelId="{19BC5B12-359F-4F16-8C04-FE1DAB409FAB}">
      <dsp:nvSpPr>
        <dsp:cNvPr id="0" name=""/>
        <dsp:cNvSpPr/>
      </dsp:nvSpPr>
      <dsp:spPr>
        <a:xfrm>
          <a:off x="0" y="3705304"/>
          <a:ext cx="5172227" cy="928894"/>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7577495-6B42-4402-B3C0-34EF28DF23CC}">
      <dsp:nvSpPr>
        <dsp:cNvPr id="0" name=""/>
        <dsp:cNvSpPr/>
      </dsp:nvSpPr>
      <dsp:spPr>
        <a:xfrm>
          <a:off x="280990" y="3914305"/>
          <a:ext cx="511391" cy="51089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342E53-DA7A-4C4E-8201-2022A4C0CF2C}">
      <dsp:nvSpPr>
        <dsp:cNvPr id="0" name=""/>
        <dsp:cNvSpPr/>
      </dsp:nvSpPr>
      <dsp:spPr>
        <a:xfrm>
          <a:off x="1073372" y="3705304"/>
          <a:ext cx="4066343" cy="9869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4452" tIns="104452" rIns="104452" bIns="104452" numCol="1" spcCol="1270" anchor="ctr" anchorCtr="0">
          <a:noAutofit/>
        </a:bodyPr>
        <a:lstStyle/>
        <a:p>
          <a:pPr marL="0" lvl="0" indent="0" algn="just" defTabSz="622300">
            <a:lnSpc>
              <a:spcPct val="100000"/>
            </a:lnSpc>
            <a:spcBef>
              <a:spcPct val="0"/>
            </a:spcBef>
            <a:spcAft>
              <a:spcPct val="35000"/>
            </a:spcAft>
            <a:buNone/>
          </a:pPr>
          <a:r>
            <a:rPr lang="en-IN" sz="1400" b="1" kern="1200" dirty="0"/>
            <a:t>Visualization: </a:t>
          </a:r>
          <a:r>
            <a:rPr lang="en-IN" sz="1400" kern="1200" dirty="0"/>
            <a:t>Created interactive charts and dashboard for data representation for interactive communication and understanding.</a:t>
          </a:r>
          <a:endParaRPr lang="en-US" sz="1400" kern="1200" dirty="0"/>
        </a:p>
      </dsp:txBody>
      <dsp:txXfrm>
        <a:off x="1073372" y="3705304"/>
        <a:ext cx="4066343" cy="98695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4C31ED-D685-44DE-908F-F7D081B053AF}">
      <dsp:nvSpPr>
        <dsp:cNvPr id="0" name=""/>
        <dsp:cNvSpPr/>
      </dsp:nvSpPr>
      <dsp:spPr>
        <a:xfrm>
          <a:off x="4613649" y="1136506"/>
          <a:ext cx="873101" cy="91440"/>
        </a:xfrm>
        <a:custGeom>
          <a:avLst/>
          <a:gdLst/>
          <a:ahLst/>
          <a:cxnLst/>
          <a:rect l="0" t="0" r="0" b="0"/>
          <a:pathLst>
            <a:path>
              <a:moveTo>
                <a:pt x="0" y="45720"/>
              </a:moveTo>
              <a:lnTo>
                <a:pt x="87310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27607" y="1177707"/>
        <a:ext cx="45185" cy="9037"/>
      </dsp:txXfrm>
    </dsp:sp>
    <dsp:sp modelId="{2EB22C2B-CACC-434C-9EF2-5AC3AF7A90D7}">
      <dsp:nvSpPr>
        <dsp:cNvPr id="0" name=""/>
        <dsp:cNvSpPr/>
      </dsp:nvSpPr>
      <dsp:spPr>
        <a:xfrm>
          <a:off x="686312" y="3485"/>
          <a:ext cx="3929136" cy="235748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531" tIns="202095" rIns="192531" bIns="202095" numCol="1" spcCol="1270" anchor="ctr" anchorCtr="0">
          <a:noAutofit/>
        </a:bodyPr>
        <a:lstStyle/>
        <a:p>
          <a:pPr marL="0" lvl="0" indent="0" algn="ctr" defTabSz="711200">
            <a:lnSpc>
              <a:spcPct val="100000"/>
            </a:lnSpc>
            <a:spcBef>
              <a:spcPct val="0"/>
            </a:spcBef>
            <a:spcAft>
              <a:spcPct val="35000"/>
            </a:spcAft>
            <a:buNone/>
          </a:pPr>
          <a:r>
            <a:rPr lang="en-IN" sz="1600" kern="1200"/>
            <a:t>It’s been concluded that Zomato will open its new restaurants in selected countires. The reason for doing that was the results of a comparison based on different factors.</a:t>
          </a:r>
          <a:endParaRPr lang="en-US" sz="1600" kern="1200" dirty="0"/>
        </a:p>
      </dsp:txBody>
      <dsp:txXfrm>
        <a:off x="686312" y="3485"/>
        <a:ext cx="3929136" cy="2357482"/>
      </dsp:txXfrm>
    </dsp:sp>
    <dsp:sp modelId="{F0BB250A-C401-40A1-BC2B-2E3E1089B3D2}">
      <dsp:nvSpPr>
        <dsp:cNvPr id="0" name=""/>
        <dsp:cNvSpPr/>
      </dsp:nvSpPr>
      <dsp:spPr>
        <a:xfrm>
          <a:off x="2650880" y="2359167"/>
          <a:ext cx="4832838" cy="873101"/>
        </a:xfrm>
        <a:custGeom>
          <a:avLst/>
          <a:gdLst/>
          <a:ahLst/>
          <a:cxnLst/>
          <a:rect l="0" t="0" r="0" b="0"/>
          <a:pathLst>
            <a:path>
              <a:moveTo>
                <a:pt x="4832838" y="0"/>
              </a:moveTo>
              <a:lnTo>
                <a:pt x="4832838" y="453650"/>
              </a:lnTo>
              <a:lnTo>
                <a:pt x="0" y="453650"/>
              </a:lnTo>
              <a:lnTo>
                <a:pt x="0" y="873101"/>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44384" y="2791199"/>
        <a:ext cx="245830" cy="9037"/>
      </dsp:txXfrm>
    </dsp:sp>
    <dsp:sp modelId="{4EAD8007-2D47-4B9E-B172-7194EAF204BB}">
      <dsp:nvSpPr>
        <dsp:cNvPr id="0" name=""/>
        <dsp:cNvSpPr/>
      </dsp:nvSpPr>
      <dsp:spPr>
        <a:xfrm>
          <a:off x="5519150" y="3485"/>
          <a:ext cx="3929136" cy="235748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531" tIns="202095" rIns="192531" bIns="202095" numCol="1" spcCol="1270" anchor="ctr" anchorCtr="0">
          <a:noAutofit/>
        </a:bodyPr>
        <a:lstStyle/>
        <a:p>
          <a:pPr marL="0" lvl="0" indent="0" algn="ctr" defTabSz="711200">
            <a:lnSpc>
              <a:spcPct val="100000"/>
            </a:lnSpc>
            <a:spcBef>
              <a:spcPct val="0"/>
            </a:spcBef>
            <a:spcAft>
              <a:spcPct val="35000"/>
            </a:spcAft>
            <a:buNone/>
          </a:pPr>
          <a:r>
            <a:rPr lang="en-IN" sz="1600" kern="1200"/>
            <a:t>And those factors are cuisines, ratings, distribution of cost, a platform for doing business, etc.</a:t>
          </a:r>
          <a:endParaRPr lang="en-US" sz="1600" kern="1200" dirty="0"/>
        </a:p>
      </dsp:txBody>
      <dsp:txXfrm>
        <a:off x="5519150" y="3485"/>
        <a:ext cx="3929136" cy="2357482"/>
      </dsp:txXfrm>
    </dsp:sp>
    <dsp:sp modelId="{1A4F398B-0592-4DA8-9979-5654CDE0F108}">
      <dsp:nvSpPr>
        <dsp:cNvPr id="0" name=""/>
        <dsp:cNvSpPr/>
      </dsp:nvSpPr>
      <dsp:spPr>
        <a:xfrm>
          <a:off x="4613649" y="4397689"/>
          <a:ext cx="873101" cy="91440"/>
        </a:xfrm>
        <a:custGeom>
          <a:avLst/>
          <a:gdLst/>
          <a:ahLst/>
          <a:cxnLst/>
          <a:rect l="0" t="0" r="0" b="0"/>
          <a:pathLst>
            <a:path>
              <a:moveTo>
                <a:pt x="0" y="45720"/>
              </a:moveTo>
              <a:lnTo>
                <a:pt x="873101"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27607" y="4438891"/>
        <a:ext cx="45185" cy="9037"/>
      </dsp:txXfrm>
    </dsp:sp>
    <dsp:sp modelId="{6268BE1E-D999-4403-BC2E-C8F88CDD9092}">
      <dsp:nvSpPr>
        <dsp:cNvPr id="0" name=""/>
        <dsp:cNvSpPr/>
      </dsp:nvSpPr>
      <dsp:spPr>
        <a:xfrm>
          <a:off x="686312" y="3264668"/>
          <a:ext cx="3929136" cy="235748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531" tIns="202095" rIns="192531" bIns="202095" numCol="1" spcCol="1270" anchor="ctr" anchorCtr="0">
          <a:noAutofit/>
        </a:bodyPr>
        <a:lstStyle/>
        <a:p>
          <a:pPr marL="0" lvl="0" indent="0" algn="ctr" defTabSz="711200">
            <a:lnSpc>
              <a:spcPct val="100000"/>
            </a:lnSpc>
            <a:spcBef>
              <a:spcPct val="0"/>
            </a:spcBef>
            <a:spcAft>
              <a:spcPct val="35000"/>
            </a:spcAft>
            <a:buNone/>
          </a:pPr>
          <a:r>
            <a:rPr lang="en-IN" sz="1600" kern="1200"/>
            <a:t>Analyzed customer bookings via table booking or online delivery, and it was seen that more table bookings were done.</a:t>
          </a:r>
          <a:endParaRPr lang="en-US" sz="1600" kern="1200"/>
        </a:p>
      </dsp:txBody>
      <dsp:txXfrm>
        <a:off x="686312" y="3264668"/>
        <a:ext cx="3929136" cy="2357482"/>
      </dsp:txXfrm>
    </dsp:sp>
    <dsp:sp modelId="{548AA5FD-208B-4D5B-A9DC-B659ED03DB13}">
      <dsp:nvSpPr>
        <dsp:cNvPr id="0" name=""/>
        <dsp:cNvSpPr/>
      </dsp:nvSpPr>
      <dsp:spPr>
        <a:xfrm>
          <a:off x="5519150" y="3264668"/>
          <a:ext cx="3929136" cy="2357482"/>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2531" tIns="202095" rIns="192531" bIns="202095" numCol="1" spcCol="1270" anchor="t" anchorCtr="0">
          <a:noAutofit/>
        </a:bodyPr>
        <a:lstStyle/>
        <a:p>
          <a:pPr marL="0" lvl="0" indent="0" algn="l" defTabSz="711200">
            <a:lnSpc>
              <a:spcPct val="100000"/>
            </a:lnSpc>
            <a:spcBef>
              <a:spcPct val="0"/>
            </a:spcBef>
            <a:spcAft>
              <a:spcPct val="35000"/>
            </a:spcAft>
            <a:buNone/>
          </a:pPr>
          <a:r>
            <a:rPr lang="en-IN" sz="1600" kern="1200"/>
            <a:t>If no instructions were given, the method that I would have followed would be:</a:t>
          </a:r>
          <a:endParaRPr lang="en-US" sz="1600" kern="1200"/>
        </a:p>
        <a:p>
          <a:pPr marL="114300" lvl="1" indent="-114300" algn="l" defTabSz="533400">
            <a:lnSpc>
              <a:spcPct val="100000"/>
            </a:lnSpc>
            <a:spcBef>
              <a:spcPct val="0"/>
            </a:spcBef>
            <a:spcAft>
              <a:spcPct val="15000"/>
            </a:spcAft>
            <a:buChar char="•"/>
          </a:pPr>
          <a:r>
            <a:rPr lang="en-GB" sz="1200" kern="1200" dirty="0"/>
            <a:t>If the objective and subjective questions would have not been given, then the approach I would have followed be as follows:</a:t>
          </a:r>
          <a:endParaRPr lang="en-US" sz="1200" kern="1200" dirty="0"/>
        </a:p>
        <a:p>
          <a:pPr marL="114300" lvl="1" indent="-114300" algn="l" defTabSz="533400">
            <a:lnSpc>
              <a:spcPct val="100000"/>
            </a:lnSpc>
            <a:spcBef>
              <a:spcPct val="0"/>
            </a:spcBef>
            <a:spcAft>
              <a:spcPct val="15000"/>
            </a:spcAft>
            <a:buChar char="•"/>
          </a:pPr>
          <a:r>
            <a:rPr lang="en-GB" sz="1200" kern="1200"/>
            <a:t>First, I would have read the data given properly and would have started cleaning the raw data in the dataset.</a:t>
          </a:r>
          <a:endParaRPr lang="en-US" sz="1200" kern="1200"/>
        </a:p>
        <a:p>
          <a:pPr marL="114300" lvl="1" indent="-114300" algn="l" defTabSz="533400">
            <a:lnSpc>
              <a:spcPct val="100000"/>
            </a:lnSpc>
            <a:spcBef>
              <a:spcPct val="0"/>
            </a:spcBef>
            <a:spcAft>
              <a:spcPct val="15000"/>
            </a:spcAft>
            <a:buChar char="•"/>
          </a:pPr>
          <a:r>
            <a:rPr lang="en-GB" sz="1200" kern="1200"/>
            <a:t>I would have used Sort and filter options and removed duplicates and blanks from the data.</a:t>
          </a:r>
          <a:endParaRPr lang="en-US" sz="1200" kern="1200"/>
        </a:p>
      </dsp:txBody>
      <dsp:txXfrm>
        <a:off x="5519150" y="3264668"/>
        <a:ext cx="3929136" cy="23574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E9A7F9-00F7-402C-8AFB-315A8DF15474}">
      <dsp:nvSpPr>
        <dsp:cNvPr id="0" name=""/>
        <dsp:cNvSpPr/>
      </dsp:nvSpPr>
      <dsp:spPr>
        <a:xfrm>
          <a:off x="0" y="0"/>
          <a:ext cx="7803642" cy="9974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Then, I would make notes on the </a:t>
          </a:r>
          <a:r>
            <a:rPr lang="en-US" sz="1500" kern="1200"/>
            <a:t>present data, how it can be analyzed, what attributes</a:t>
          </a:r>
          <a:r>
            <a:rPr lang="en-GB" sz="1500" kern="1200"/>
            <a:t> can be compared, and where I can get the data to open new restaurants.</a:t>
          </a:r>
          <a:endParaRPr lang="en-US" sz="1500" kern="1200"/>
        </a:p>
      </dsp:txBody>
      <dsp:txXfrm>
        <a:off x="29214" y="29214"/>
        <a:ext cx="6610630" cy="939007"/>
      </dsp:txXfrm>
    </dsp:sp>
    <dsp:sp modelId="{0305ED81-2E18-4F25-8114-A763F5D3078D}">
      <dsp:nvSpPr>
        <dsp:cNvPr id="0" name=""/>
        <dsp:cNvSpPr/>
      </dsp:nvSpPr>
      <dsp:spPr>
        <a:xfrm>
          <a:off x="582739" y="1135968"/>
          <a:ext cx="7803642" cy="9974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Later, by following this new path I would Start making pivot tables and charts and according to the requirements, I would be adding new columns and use string functions, Aggregation and conditional aggregation, and conditional formatting to highlight the cities and their values which are selected to open the latest restaurants.</a:t>
          </a:r>
          <a:endParaRPr lang="en-US" sz="1500" kern="1200"/>
        </a:p>
      </dsp:txBody>
      <dsp:txXfrm>
        <a:off x="611953" y="1165182"/>
        <a:ext cx="6514141" cy="939007"/>
      </dsp:txXfrm>
    </dsp:sp>
    <dsp:sp modelId="{D441197F-BFDF-48DB-978F-B9B6D49E944A}">
      <dsp:nvSpPr>
        <dsp:cNvPr id="0" name=""/>
        <dsp:cNvSpPr/>
      </dsp:nvSpPr>
      <dsp:spPr>
        <a:xfrm>
          <a:off x="1165478" y="2271937"/>
          <a:ext cx="7803642" cy="9974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Thus, using these functions, I would make the pivot tables and charts accordingly.</a:t>
          </a:r>
          <a:endParaRPr lang="en-US" sz="1500" kern="1200"/>
        </a:p>
      </dsp:txBody>
      <dsp:txXfrm>
        <a:off x="1194692" y="2301151"/>
        <a:ext cx="6514141" cy="939007"/>
      </dsp:txXfrm>
    </dsp:sp>
    <dsp:sp modelId="{C8DA94BF-299E-4E21-805A-049DA48F33CF}">
      <dsp:nvSpPr>
        <dsp:cNvPr id="0" name=""/>
        <dsp:cNvSpPr/>
      </dsp:nvSpPr>
      <dsp:spPr>
        <a:xfrm>
          <a:off x="1748218" y="3407905"/>
          <a:ext cx="7803642" cy="9974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After this I would start making the dashboard on a new worksheet and make sure that all the data collected in the form of tables and charts would be displayed visually and properly and make sure that the other people understand it properly. A dashboard is used to make the data more visual and easier to understand.</a:t>
          </a:r>
          <a:endParaRPr lang="en-US" sz="1500" kern="1200"/>
        </a:p>
      </dsp:txBody>
      <dsp:txXfrm>
        <a:off x="1777432" y="3437119"/>
        <a:ext cx="6514141" cy="939007"/>
      </dsp:txXfrm>
    </dsp:sp>
    <dsp:sp modelId="{C213DB07-C564-4762-95CE-FF76A7A974AD}">
      <dsp:nvSpPr>
        <dsp:cNvPr id="0" name=""/>
        <dsp:cNvSpPr/>
      </dsp:nvSpPr>
      <dsp:spPr>
        <a:xfrm>
          <a:off x="2330957" y="4543874"/>
          <a:ext cx="7803642" cy="99743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GB" sz="1500" kern="1200"/>
            <a:t>In this way, I would analyze the data by myself.</a:t>
          </a:r>
          <a:endParaRPr lang="en-US" sz="1500" kern="1200"/>
        </a:p>
      </dsp:txBody>
      <dsp:txXfrm>
        <a:off x="2360171" y="4573088"/>
        <a:ext cx="6514141" cy="939007"/>
      </dsp:txXfrm>
    </dsp:sp>
    <dsp:sp modelId="{E01510B5-D2A6-4F16-9257-BE20A3C5C9E0}">
      <dsp:nvSpPr>
        <dsp:cNvPr id="0" name=""/>
        <dsp:cNvSpPr/>
      </dsp:nvSpPr>
      <dsp:spPr>
        <a:xfrm>
          <a:off x="7155308" y="728682"/>
          <a:ext cx="648333" cy="64833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7301183" y="728682"/>
        <a:ext cx="356583" cy="487871"/>
      </dsp:txXfrm>
    </dsp:sp>
    <dsp:sp modelId="{F710B5D4-5F3A-4732-924F-F1ED1951C939}">
      <dsp:nvSpPr>
        <dsp:cNvPr id="0" name=""/>
        <dsp:cNvSpPr/>
      </dsp:nvSpPr>
      <dsp:spPr>
        <a:xfrm>
          <a:off x="7738048" y="1864650"/>
          <a:ext cx="648333" cy="64833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7883923" y="1864650"/>
        <a:ext cx="356583" cy="487871"/>
      </dsp:txXfrm>
    </dsp:sp>
    <dsp:sp modelId="{0DF49F2D-7DA3-4EB1-8719-C907A367420E}">
      <dsp:nvSpPr>
        <dsp:cNvPr id="0" name=""/>
        <dsp:cNvSpPr/>
      </dsp:nvSpPr>
      <dsp:spPr>
        <a:xfrm>
          <a:off x="8320787" y="2983995"/>
          <a:ext cx="648333" cy="64833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8466662" y="2983995"/>
        <a:ext cx="356583" cy="487871"/>
      </dsp:txXfrm>
    </dsp:sp>
    <dsp:sp modelId="{D2477A70-EE81-4D19-8C5B-184CBF443419}">
      <dsp:nvSpPr>
        <dsp:cNvPr id="0" name=""/>
        <dsp:cNvSpPr/>
      </dsp:nvSpPr>
      <dsp:spPr>
        <a:xfrm>
          <a:off x="8903527" y="4131046"/>
          <a:ext cx="648333" cy="648333"/>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9370" tIns="39370" rIns="39370" bIns="39370" numCol="1" spcCol="1270" anchor="ctr" anchorCtr="0">
          <a:noAutofit/>
        </a:bodyPr>
        <a:lstStyle/>
        <a:p>
          <a:pPr marL="0" lvl="0" indent="0" algn="ctr" defTabSz="1377950">
            <a:lnSpc>
              <a:spcPct val="90000"/>
            </a:lnSpc>
            <a:spcBef>
              <a:spcPct val="0"/>
            </a:spcBef>
            <a:spcAft>
              <a:spcPct val="35000"/>
            </a:spcAft>
            <a:buNone/>
          </a:pPr>
          <a:endParaRPr lang="en-US" sz="3100" kern="1200"/>
        </a:p>
      </dsp:txBody>
      <dsp:txXfrm>
        <a:off x="9049402" y="4131046"/>
        <a:ext cx="356583" cy="48787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8B12D-B4AE-4104-8DA8-AE0A98D82A04}" type="datetimeFigureOut">
              <a:rPr lang="en-IN" smtClean="0"/>
              <a:t>24-12-2024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C34291-37C1-42ED-8984-B4B31F4F6F84}" type="slidenum">
              <a:rPr lang="en-IN" smtClean="0"/>
              <a:t>‹#›</a:t>
            </a:fld>
            <a:endParaRPr lang="en-IN"/>
          </a:p>
        </p:txBody>
      </p:sp>
    </p:spTree>
    <p:extLst>
      <p:ext uri="{BB962C8B-B14F-4D97-AF65-F5344CB8AC3E}">
        <p14:creationId xmlns:p14="http://schemas.microsoft.com/office/powerpoint/2010/main" val="24820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0C34291-37C1-42ED-8984-B4B31F4F6F84}" type="slidenum">
              <a:rPr lang="en-IN" smtClean="0"/>
              <a:t>2</a:t>
            </a:fld>
            <a:endParaRPr lang="en-IN"/>
          </a:p>
        </p:txBody>
      </p:sp>
    </p:spTree>
    <p:extLst>
      <p:ext uri="{BB962C8B-B14F-4D97-AF65-F5344CB8AC3E}">
        <p14:creationId xmlns:p14="http://schemas.microsoft.com/office/powerpoint/2010/main" val="47937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D3B3C7E-BC2D-4436-8B03-AC421FA66787}"/>
              </a:ext>
            </a:extLst>
          </p:cNvPr>
          <p:cNvSpPr/>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66887E-4265-46F7-9DE0-605FFFC90761}"/>
              </a:ext>
            </a:extLst>
          </p:cNvPr>
          <p:cNvSpPr>
            <a:spLocks noGrp="1"/>
          </p:cNvSpPr>
          <p:nvPr>
            <p:ph type="ctrTitle" hasCustomPrompt="1"/>
          </p:nvPr>
        </p:nvSpPr>
        <p:spPr>
          <a:xfrm>
            <a:off x="2035130" y="1066800"/>
            <a:ext cx="8112369" cy="2073119"/>
          </a:xfrm>
        </p:spPr>
        <p:txBody>
          <a:bodyPr anchor="b">
            <a:normAutofit/>
          </a:bodyPr>
          <a:lstStyle>
            <a:lvl1pPr algn="ctr">
              <a:lnSpc>
                <a:spcPct val="110000"/>
              </a:lnSpc>
              <a:defRPr sz="2800" cap="all" spc="390" baseline="0"/>
            </a:lvl1pPr>
          </a:lstStyle>
          <a:p>
            <a:r>
              <a:rPr lang="en-US" dirty="0"/>
              <a:t>CLICK TO EDIT MASTER TITLE STYLE</a:t>
            </a:r>
          </a:p>
        </p:txBody>
      </p:sp>
      <p:sp>
        <p:nvSpPr>
          <p:cNvPr id="3" name="Subtitle 2">
            <a:extLst>
              <a:ext uri="{FF2B5EF4-FFF2-40B4-BE49-F238E27FC236}">
                <a16:creationId xmlns:a16="http://schemas.microsoft.com/office/drawing/2014/main" id="{7EDB1A74-54F5-45CA-8922-87FFD57515D4}"/>
              </a:ext>
            </a:extLst>
          </p:cNvPr>
          <p:cNvSpPr>
            <a:spLocks noGrp="1"/>
          </p:cNvSpPr>
          <p:nvPr>
            <p:ph type="subTitle" idx="1"/>
          </p:nvPr>
        </p:nvSpPr>
        <p:spPr>
          <a:xfrm>
            <a:off x="2175804" y="4876802"/>
            <a:ext cx="7821637" cy="1028697"/>
          </a:xfrm>
        </p:spPr>
        <p:txBody>
          <a:bodyPr>
            <a:normAutofit/>
          </a:bodyPr>
          <a:lstStyle>
            <a:lvl1pPr marL="0" indent="0" algn="ct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B6BE6EF-9D0F-4ABF-B92C-E967FE3F16CF}"/>
              </a:ext>
            </a:extLst>
          </p:cNvPr>
          <p:cNvSpPr>
            <a:spLocks noGrp="1"/>
          </p:cNvSpPr>
          <p:nvPr>
            <p:ph type="dt" sz="half" idx="10"/>
          </p:nvPr>
        </p:nvSpPr>
        <p:spPr/>
        <p:txBody>
          <a:bodyPr/>
          <a:lstStyle/>
          <a:p>
            <a:fld id="{25EB6FB6-EA91-45C9-A3AD-86AAA0DA7A33}" type="datetime1">
              <a:rPr lang="en-US" smtClean="0"/>
              <a:t>12/24/2024</a:t>
            </a:fld>
            <a:endParaRPr lang="en-US"/>
          </a:p>
        </p:txBody>
      </p:sp>
      <p:sp>
        <p:nvSpPr>
          <p:cNvPr id="5" name="Footer Placeholder 4">
            <a:extLst>
              <a:ext uri="{FF2B5EF4-FFF2-40B4-BE49-F238E27FC236}">
                <a16:creationId xmlns:a16="http://schemas.microsoft.com/office/drawing/2014/main" id="{4E4AB150-954C-4F02-89AC-DA7163D75C39}"/>
              </a:ext>
            </a:extLst>
          </p:cNvPr>
          <p:cNvSpPr>
            <a:spLocks noGrp="1"/>
          </p:cNvSpPr>
          <p:nvPr>
            <p:ph type="ftr" sz="quarter" idx="11"/>
          </p:nvPr>
        </p:nvSpPr>
        <p:spPr>
          <a:xfrm>
            <a:off x="7279965" y="6245352"/>
            <a:ext cx="4114800" cy="365125"/>
          </a:xfrm>
        </p:spPr>
        <p:txBody>
          <a:bodyPr/>
          <a:lstStyle/>
          <a:p>
            <a:endParaRPr lang="en-US"/>
          </a:p>
        </p:txBody>
      </p:sp>
      <p:sp>
        <p:nvSpPr>
          <p:cNvPr id="6" name="Slide Number Placeholder 5">
            <a:extLst>
              <a:ext uri="{FF2B5EF4-FFF2-40B4-BE49-F238E27FC236}">
                <a16:creationId xmlns:a16="http://schemas.microsoft.com/office/drawing/2014/main" id="{E8E16270-CBD7-4ACC-BFC5-9CADE7226688}"/>
              </a:ext>
            </a:extLst>
          </p:cNvPr>
          <p:cNvSpPr>
            <a:spLocks noGrp="1"/>
          </p:cNvSpPr>
          <p:nvPr>
            <p:ph type="sldNum" sz="quarter" idx="12"/>
          </p:nvPr>
        </p:nvSpPr>
        <p:spPr/>
        <p:txBody>
          <a:bodyPr/>
          <a:lstStyle/>
          <a:p>
            <a:fld id="{19590046-DA73-4BBF-84B5-C08E6F75191A}" type="slidenum">
              <a:rPr lang="en-US" smtClean="0"/>
              <a:t>‹#›</a:t>
            </a:fld>
            <a:endParaRPr lang="en-US"/>
          </a:p>
        </p:txBody>
      </p:sp>
      <p:grpSp>
        <p:nvGrpSpPr>
          <p:cNvPr id="7" name="Group 6">
            <a:extLst>
              <a:ext uri="{FF2B5EF4-FFF2-40B4-BE49-F238E27FC236}">
                <a16:creationId xmlns:a16="http://schemas.microsoft.com/office/drawing/2014/main" id="{79B5D0C1-066E-4C02-A6B8-59FAE4A19724}"/>
              </a:ext>
            </a:extLst>
          </p:cNvPr>
          <p:cNvGrpSpPr/>
          <p:nvPr/>
        </p:nvGrpSpPr>
        <p:grpSpPr>
          <a:xfrm>
            <a:off x="5662258" y="4240546"/>
            <a:ext cx="867485" cy="115439"/>
            <a:chOff x="8910933" y="1861308"/>
            <a:chExt cx="867485" cy="115439"/>
          </a:xfrm>
        </p:grpSpPr>
        <p:sp>
          <p:nvSpPr>
            <p:cNvPr id="8" name="Rectangle 7">
              <a:extLst>
                <a:ext uri="{FF2B5EF4-FFF2-40B4-BE49-F238E27FC236}">
                  <a16:creationId xmlns:a16="http://schemas.microsoft.com/office/drawing/2014/main" id="{D4386904-AFDC-449E-8D1B-906B305EBDA7}"/>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70778F2-11E8-428C-8324-479CA9D6FE92}"/>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0BE89E-CB2D-48BA-A8D2-533FAAAA725F}"/>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98233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2DC87-4B97-4A7C-BC4C-6E772456161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4B59FD9-57FD-4ABA-9FCD-7954052534C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7BD40E-B0AA-47B8-900F-488A8AEC1BC2}"/>
              </a:ext>
            </a:extLst>
          </p:cNvPr>
          <p:cNvSpPr>
            <a:spLocks noGrp="1"/>
          </p:cNvSpPr>
          <p:nvPr>
            <p:ph type="dt" sz="half" idx="10"/>
          </p:nvPr>
        </p:nvSpPr>
        <p:spPr/>
        <p:txBody>
          <a:bodyPr/>
          <a:lstStyle/>
          <a:p>
            <a:fld id="{52F35460-81D1-48EC-8880-12B8EF812CE2}" type="datetime1">
              <a:rPr lang="en-US" smtClean="0"/>
              <a:t>12/24/2024</a:t>
            </a:fld>
            <a:endParaRPr lang="en-US"/>
          </a:p>
        </p:txBody>
      </p:sp>
      <p:sp>
        <p:nvSpPr>
          <p:cNvPr id="5" name="Footer Placeholder 4">
            <a:extLst>
              <a:ext uri="{FF2B5EF4-FFF2-40B4-BE49-F238E27FC236}">
                <a16:creationId xmlns:a16="http://schemas.microsoft.com/office/drawing/2014/main" id="{865E623C-1E35-4485-A5B4-A71969BE70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5C6BB9-EF4F-465E-985B-34521F68C583}"/>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759830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87F5577-D71B-4279-B07A-62F703E5D1DC}"/>
              </a:ext>
            </a:extLst>
          </p:cNvPr>
          <p:cNvSpPr>
            <a:spLocks noGrp="1"/>
          </p:cNvSpPr>
          <p:nvPr>
            <p:ph type="dt" sz="half" idx="10"/>
          </p:nvPr>
        </p:nvSpPr>
        <p:spPr/>
        <p:txBody>
          <a:bodyPr/>
          <a:lstStyle/>
          <a:p>
            <a:fld id="{18ACF3A0-019D-4807-A3B7-A67C43CEE0A4}" type="datetime1">
              <a:rPr lang="en-US" smtClean="0"/>
              <a:t>12/24/2024</a:t>
            </a:fld>
            <a:endParaRPr lang="en-US"/>
          </a:p>
        </p:txBody>
      </p:sp>
      <p:sp>
        <p:nvSpPr>
          <p:cNvPr id="5" name="Footer Placeholder 4">
            <a:extLst>
              <a:ext uri="{FF2B5EF4-FFF2-40B4-BE49-F238E27FC236}">
                <a16:creationId xmlns:a16="http://schemas.microsoft.com/office/drawing/2014/main" id="{F648367D-C35C-4023-BEBE-F834D033B0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BFCF8A-B8C6-496A-98A5-BBB52DB70F16}"/>
              </a:ext>
            </a:extLst>
          </p:cNvPr>
          <p:cNvSpPr>
            <a:spLocks noGrp="1"/>
          </p:cNvSpPr>
          <p:nvPr>
            <p:ph type="sldNum" sz="quarter" idx="12"/>
          </p:nvPr>
        </p:nvSpPr>
        <p:spPr/>
        <p:txBody>
          <a:bodyPr/>
          <a:lstStyle/>
          <a:p>
            <a:fld id="{19590046-DA73-4BBF-84B5-C08E6F75191A}" type="slidenum">
              <a:rPr lang="en-US" smtClean="0"/>
              <a:t>‹#›</a:t>
            </a:fld>
            <a:endParaRPr lang="en-US"/>
          </a:p>
        </p:txBody>
      </p:sp>
      <p:sp>
        <p:nvSpPr>
          <p:cNvPr id="11" name="Rectangle 5">
            <a:extLst>
              <a:ext uri="{FF2B5EF4-FFF2-40B4-BE49-F238E27FC236}">
                <a16:creationId xmlns:a16="http://schemas.microsoft.com/office/drawing/2014/main" id="{CDE45C10-227D-42DF-A888-EEFD3784FA8E}"/>
              </a:ext>
              <a:ext uri="{C183D7F6-B498-43B3-948B-1728B52AA6E4}">
                <adec:decorative xmlns:adec="http://schemas.microsoft.com/office/drawing/2017/decorative" val="1"/>
              </a:ext>
            </a:extLst>
          </p:cNvPr>
          <p:cNvSpPr/>
          <p:nvPr/>
        </p:nvSpPr>
        <p:spPr>
          <a:xfrm>
            <a:off x="723900" y="750338"/>
            <a:ext cx="4580642"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DA214944-8898-48BC-AE6F-065DA7BBB8E8}"/>
              </a:ext>
              <a:ext uri="{C183D7F6-B498-43B3-948B-1728B52AA6E4}">
                <adec:decorative xmlns:adec="http://schemas.microsoft.com/office/drawing/2017/decorative" val="1"/>
              </a:ext>
            </a:extLst>
          </p:cNvPr>
          <p:cNvGrpSpPr/>
          <p:nvPr/>
        </p:nvGrpSpPr>
        <p:grpSpPr>
          <a:xfrm>
            <a:off x="2580478" y="4714704"/>
            <a:ext cx="867485" cy="115439"/>
            <a:chOff x="8910933" y="1861308"/>
            <a:chExt cx="867485" cy="115439"/>
          </a:xfrm>
        </p:grpSpPr>
        <p:sp>
          <p:nvSpPr>
            <p:cNvPr id="8" name="Rectangle 7">
              <a:extLst>
                <a:ext uri="{FF2B5EF4-FFF2-40B4-BE49-F238E27FC236}">
                  <a16:creationId xmlns:a16="http://schemas.microsoft.com/office/drawing/2014/main" id="{B94B3AAB-30C4-441D-B481-D253F8325953}"/>
                </a:ext>
              </a:extLst>
            </p:cNvPr>
            <p:cNvSpPr/>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9" name="Straight Connector 8">
              <a:extLst>
                <a:ext uri="{FF2B5EF4-FFF2-40B4-BE49-F238E27FC236}">
                  <a16:creationId xmlns:a16="http://schemas.microsoft.com/office/drawing/2014/main" id="{FDCB6176-5585-40BC-BC9C-CA625F989F1B}"/>
                </a:ext>
              </a:extLst>
            </p:cNvPr>
            <p:cNvCxnSpPr/>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C4F1D9-97D8-43DD-A319-C56367F97FCE}"/>
                </a:ext>
              </a:extLst>
            </p:cNvPr>
            <p:cNvCxnSpPr/>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25E64ED-B373-4866-B5A2-E805D3168BBB}"/>
              </a:ext>
            </a:extLst>
          </p:cNvPr>
          <p:cNvSpPr>
            <a:spLocks noGrp="1"/>
          </p:cNvSpPr>
          <p:nvPr>
            <p:ph type="title"/>
          </p:nvPr>
        </p:nvSpPr>
        <p:spPr>
          <a:xfrm>
            <a:off x="1151291" y="1274475"/>
            <a:ext cx="3761832" cy="2823913"/>
          </a:xfrm>
        </p:spPr>
        <p:txBody>
          <a:bodyPr anchor="b">
            <a:normAutofit/>
          </a:bodyPr>
          <a:lstStyle>
            <a:lvl1pPr algn="ctr">
              <a:defRPr sz="3200" cap="all" spc="600" baseline="0"/>
            </a:lvl1pPr>
          </a:lstStyle>
          <a:p>
            <a:r>
              <a:rPr lang="en-US" dirty="0"/>
              <a:t>Click to edit Master title style</a:t>
            </a:r>
          </a:p>
        </p:txBody>
      </p:sp>
      <p:sp>
        <p:nvSpPr>
          <p:cNvPr id="3" name="Text Placeholder 2">
            <a:extLst>
              <a:ext uri="{FF2B5EF4-FFF2-40B4-BE49-F238E27FC236}">
                <a16:creationId xmlns:a16="http://schemas.microsoft.com/office/drawing/2014/main" id="{AB6D6168-DDAE-41B2-A0D5-42185A2D028C}"/>
              </a:ext>
            </a:extLst>
          </p:cNvPr>
          <p:cNvSpPr>
            <a:spLocks noGrp="1"/>
          </p:cNvSpPr>
          <p:nvPr>
            <p:ph type="body" idx="1"/>
          </p:nvPr>
        </p:nvSpPr>
        <p:spPr>
          <a:xfrm>
            <a:off x="6556756" y="2730304"/>
            <a:ext cx="4383030" cy="1397390"/>
          </a:xfrm>
        </p:spPr>
        <p:txBody>
          <a:bodyPr anchor="ct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18627349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825EB-71EE-41B3-89D2-47A0C7C359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662F7D-C4AD-4BD4-AAC8-F0223EE4A38B}"/>
              </a:ext>
            </a:extLst>
          </p:cNvPr>
          <p:cNvSpPr>
            <a:spLocks noGrp="1"/>
          </p:cNvSpPr>
          <p:nvPr>
            <p:ph sz="half" idx="1"/>
          </p:nvPr>
        </p:nvSpPr>
        <p:spPr>
          <a:xfrm>
            <a:off x="1037305" y="2155369"/>
            <a:ext cx="4953000" cy="399832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9D0FB088-28C6-4667-8DF2-0DE32AE3EC30}"/>
              </a:ext>
            </a:extLst>
          </p:cNvPr>
          <p:cNvSpPr>
            <a:spLocks noGrp="1"/>
          </p:cNvSpPr>
          <p:nvPr>
            <p:ph sz="half" idx="2"/>
          </p:nvPr>
        </p:nvSpPr>
        <p:spPr>
          <a:xfrm>
            <a:off x="6172200" y="2155369"/>
            <a:ext cx="4953000" cy="399832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F36095F-AE34-4E94-B722-E3A1205AEEDC}"/>
              </a:ext>
            </a:extLst>
          </p:cNvPr>
          <p:cNvSpPr>
            <a:spLocks noGrp="1"/>
          </p:cNvSpPr>
          <p:nvPr>
            <p:ph type="dt" sz="half" idx="10"/>
          </p:nvPr>
        </p:nvSpPr>
        <p:spPr/>
        <p:txBody>
          <a:bodyPr/>
          <a:lstStyle/>
          <a:p>
            <a:fld id="{587C82D8-B69E-45FD-B259-B463E0C2E0CF}" type="datetime1">
              <a:rPr lang="en-US" smtClean="0"/>
              <a:t>12/24/2024</a:t>
            </a:fld>
            <a:endParaRPr lang="en-US"/>
          </a:p>
        </p:txBody>
      </p:sp>
      <p:sp>
        <p:nvSpPr>
          <p:cNvPr id="6" name="Footer Placeholder 5">
            <a:extLst>
              <a:ext uri="{FF2B5EF4-FFF2-40B4-BE49-F238E27FC236}">
                <a16:creationId xmlns:a16="http://schemas.microsoft.com/office/drawing/2014/main" id="{6E06A8E6-BD94-48EA-8F35-DA0DF910AC2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78AEF-56B8-49F5-81E8-663B1FFA073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34094410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F873F-001F-4254-97F3-05329E6A7B67}"/>
              </a:ext>
            </a:extLst>
          </p:cNvPr>
          <p:cNvSpPr>
            <a:spLocks noGrp="1"/>
          </p:cNvSpPr>
          <p:nvPr>
            <p:ph type="title"/>
          </p:nvPr>
        </p:nvSpPr>
        <p:spPr>
          <a:xfrm>
            <a:off x="1028700" y="555171"/>
            <a:ext cx="10134600" cy="1135517"/>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4A37B575-060F-4296-A28A-93DA109F96F5}"/>
              </a:ext>
            </a:extLst>
          </p:cNvPr>
          <p:cNvSpPr>
            <a:spLocks noGrp="1"/>
          </p:cNvSpPr>
          <p:nvPr>
            <p:ph type="body" idx="1"/>
          </p:nvPr>
        </p:nvSpPr>
        <p:spPr>
          <a:xfrm>
            <a:off x="1037306" y="1801620"/>
            <a:ext cx="4849036"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BA581A51-F4D1-4A02-9918-C416F820B646}"/>
              </a:ext>
            </a:extLst>
          </p:cNvPr>
          <p:cNvSpPr>
            <a:spLocks noGrp="1"/>
          </p:cNvSpPr>
          <p:nvPr>
            <p:ph sz="half" idx="2"/>
          </p:nvPr>
        </p:nvSpPr>
        <p:spPr>
          <a:xfrm>
            <a:off x="1037306" y="2619103"/>
            <a:ext cx="4849036"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32916D0-3DFE-455D-9888-3FDEFD3DE0CD}"/>
              </a:ext>
            </a:extLst>
          </p:cNvPr>
          <p:cNvSpPr>
            <a:spLocks noGrp="1"/>
          </p:cNvSpPr>
          <p:nvPr>
            <p:ph type="body" sz="quarter" idx="3"/>
          </p:nvPr>
        </p:nvSpPr>
        <p:spPr>
          <a:xfrm>
            <a:off x="6250108" y="1801620"/>
            <a:ext cx="4904585" cy="814387"/>
          </a:xfrm>
        </p:spPr>
        <p:txBody>
          <a:bodyPr anchor="b">
            <a:normAutofit/>
          </a:bodyPr>
          <a:lstStyle>
            <a:lvl1pPr marL="0" indent="0">
              <a:buNone/>
              <a:defRPr sz="1800" b="0"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F093D763-0643-4A48-8007-93391C59F6D5}"/>
              </a:ext>
            </a:extLst>
          </p:cNvPr>
          <p:cNvSpPr>
            <a:spLocks noGrp="1"/>
          </p:cNvSpPr>
          <p:nvPr>
            <p:ph sz="quarter" idx="4"/>
          </p:nvPr>
        </p:nvSpPr>
        <p:spPr>
          <a:xfrm>
            <a:off x="6250108" y="2619103"/>
            <a:ext cx="4904585" cy="3514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9A2D07B-3A5D-41C2-83B8-BD1AD6522CAD}"/>
              </a:ext>
            </a:extLst>
          </p:cNvPr>
          <p:cNvSpPr>
            <a:spLocks noGrp="1"/>
          </p:cNvSpPr>
          <p:nvPr>
            <p:ph type="dt" sz="half" idx="10"/>
          </p:nvPr>
        </p:nvSpPr>
        <p:spPr/>
        <p:txBody>
          <a:bodyPr/>
          <a:lstStyle/>
          <a:p>
            <a:fld id="{3794CDEA-A14E-497E-87D0-520F30D7BFCD}" type="datetime1">
              <a:rPr lang="en-US" smtClean="0"/>
              <a:t>12/24/2024</a:t>
            </a:fld>
            <a:endParaRPr lang="en-US"/>
          </a:p>
        </p:txBody>
      </p:sp>
      <p:sp>
        <p:nvSpPr>
          <p:cNvPr id="8" name="Footer Placeholder 7">
            <a:extLst>
              <a:ext uri="{FF2B5EF4-FFF2-40B4-BE49-F238E27FC236}">
                <a16:creationId xmlns:a16="http://schemas.microsoft.com/office/drawing/2014/main" id="{0E2C1367-FE5A-4CDD-B85B-724FFFE5B58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992F244-23EB-4E1A-B74F-77F23F87978D}"/>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385108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76C0A-BEF4-4DE4-A9D2-C60298FC7F9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367C0AC-3C98-4D68-AE72-CFFA1638CC02}"/>
              </a:ext>
            </a:extLst>
          </p:cNvPr>
          <p:cNvSpPr>
            <a:spLocks noGrp="1"/>
          </p:cNvSpPr>
          <p:nvPr>
            <p:ph type="dt" sz="half" idx="10"/>
          </p:nvPr>
        </p:nvSpPr>
        <p:spPr/>
        <p:txBody>
          <a:bodyPr/>
          <a:lstStyle/>
          <a:p>
            <a:fld id="{FA8B3E42-4F52-457E-A7B6-E7B1A4106321}" type="datetime1">
              <a:rPr lang="en-US" smtClean="0"/>
              <a:t>12/24/2024</a:t>
            </a:fld>
            <a:endParaRPr lang="en-US"/>
          </a:p>
        </p:txBody>
      </p:sp>
      <p:sp>
        <p:nvSpPr>
          <p:cNvPr id="4" name="Footer Placeholder 3">
            <a:extLst>
              <a:ext uri="{FF2B5EF4-FFF2-40B4-BE49-F238E27FC236}">
                <a16:creationId xmlns:a16="http://schemas.microsoft.com/office/drawing/2014/main" id="{FEA7722A-E2E4-45D2-8A20-4853ED6837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46B9201-B20B-4412-B745-F2F6A91487E8}"/>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833259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4889A-9ABE-4409-BAD8-F84C36C1FA09}"/>
              </a:ext>
            </a:extLst>
          </p:cNvPr>
          <p:cNvSpPr>
            <a:spLocks noGrp="1"/>
          </p:cNvSpPr>
          <p:nvPr>
            <p:ph type="dt" sz="half" idx="10"/>
          </p:nvPr>
        </p:nvSpPr>
        <p:spPr/>
        <p:txBody>
          <a:bodyPr/>
          <a:lstStyle/>
          <a:p>
            <a:fld id="{A2B0E683-B106-4FED-A5D2-0449ECA39590}" type="datetime1">
              <a:rPr lang="en-US" smtClean="0"/>
              <a:t>12/24/2024</a:t>
            </a:fld>
            <a:endParaRPr lang="en-US"/>
          </a:p>
        </p:txBody>
      </p:sp>
      <p:sp>
        <p:nvSpPr>
          <p:cNvPr id="3" name="Footer Placeholder 2">
            <a:extLst>
              <a:ext uri="{FF2B5EF4-FFF2-40B4-BE49-F238E27FC236}">
                <a16:creationId xmlns:a16="http://schemas.microsoft.com/office/drawing/2014/main" id="{7DDA5A70-FE21-4CB6-A67B-1DC798E9E3B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984AD11-7FD2-432C-A6AB-395BE9275C1B}"/>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898685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397CF-9CDD-4E78-8F35-A2FFE7867419}"/>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7194BFE-7A85-4123-B0F7-4DB1C141CE60}"/>
              </a:ext>
            </a:extLst>
          </p:cNvPr>
          <p:cNvSpPr>
            <a:spLocks noGrp="1"/>
          </p:cNvSpPr>
          <p:nvPr>
            <p:ph idx="1"/>
          </p:nvPr>
        </p:nvSpPr>
        <p:spPr>
          <a:xfrm>
            <a:off x="5183188" y="1066800"/>
            <a:ext cx="6172200" cy="48386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41EFD6D-1929-4A73-A860-22A36FF5C17D}"/>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B399A5-94A1-4452-AFF0-918BDA8B14F9}"/>
              </a:ext>
            </a:extLst>
          </p:cNvPr>
          <p:cNvSpPr>
            <a:spLocks noGrp="1"/>
          </p:cNvSpPr>
          <p:nvPr>
            <p:ph type="dt" sz="half" idx="10"/>
          </p:nvPr>
        </p:nvSpPr>
        <p:spPr/>
        <p:txBody>
          <a:bodyPr/>
          <a:lstStyle/>
          <a:p>
            <a:fld id="{E8DA509B-EB4B-461E-AA99-0C7D6A0FB0F4}" type="datetime1">
              <a:rPr lang="en-US" smtClean="0"/>
              <a:t>12/24/2024</a:t>
            </a:fld>
            <a:endParaRPr lang="en-US"/>
          </a:p>
        </p:txBody>
      </p:sp>
      <p:sp>
        <p:nvSpPr>
          <p:cNvPr id="6" name="Footer Placeholder 5">
            <a:extLst>
              <a:ext uri="{FF2B5EF4-FFF2-40B4-BE49-F238E27FC236}">
                <a16:creationId xmlns:a16="http://schemas.microsoft.com/office/drawing/2014/main" id="{489589D8-DD83-406C-A77A-176D23993B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E46024-82ED-40EF-8846-F6CC44BC53DE}"/>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2656629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D12FA-83A4-42AF-98D7-312C4C5A7128}"/>
              </a:ext>
            </a:extLst>
          </p:cNvPr>
          <p:cNvSpPr>
            <a:spLocks noGrp="1"/>
          </p:cNvSpPr>
          <p:nvPr>
            <p:ph type="title"/>
          </p:nvPr>
        </p:nvSpPr>
        <p:spPr>
          <a:xfrm>
            <a:off x="1066800" y="457200"/>
            <a:ext cx="3705225" cy="1600200"/>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46CF1DC8-2932-4C6E-BFBB-8BA1C9598425}"/>
              </a:ext>
            </a:extLst>
          </p:cNvPr>
          <p:cNvSpPr>
            <a:spLocks noGrp="1"/>
          </p:cNvSpPr>
          <p:nvPr>
            <p:ph type="pic" idx="1"/>
          </p:nvPr>
        </p:nvSpPr>
        <p:spPr>
          <a:xfrm>
            <a:off x="5183188" y="1066800"/>
            <a:ext cx="5942012" cy="48387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D6E0000-EF01-46A5-8A71-25FB7EA3F94A}"/>
              </a:ext>
            </a:extLst>
          </p:cNvPr>
          <p:cNvSpPr>
            <a:spLocks noGrp="1"/>
          </p:cNvSpPr>
          <p:nvPr>
            <p:ph type="body" sz="half" idx="2"/>
          </p:nvPr>
        </p:nvSpPr>
        <p:spPr>
          <a:xfrm>
            <a:off x="1066800" y="2057400"/>
            <a:ext cx="370522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1AD40B-9246-4532-9F73-5BA9061C3ABA}"/>
              </a:ext>
            </a:extLst>
          </p:cNvPr>
          <p:cNvSpPr>
            <a:spLocks noGrp="1"/>
          </p:cNvSpPr>
          <p:nvPr>
            <p:ph type="dt" sz="half" idx="10"/>
          </p:nvPr>
        </p:nvSpPr>
        <p:spPr/>
        <p:txBody>
          <a:bodyPr/>
          <a:lstStyle/>
          <a:p>
            <a:fld id="{7A670D9A-3920-45A8-800D-DCB1E5EEB2A0}" type="datetime1">
              <a:rPr lang="en-US" smtClean="0"/>
              <a:t>12/24/2024</a:t>
            </a:fld>
            <a:endParaRPr lang="en-US"/>
          </a:p>
        </p:txBody>
      </p:sp>
      <p:sp>
        <p:nvSpPr>
          <p:cNvPr id="6" name="Footer Placeholder 5">
            <a:extLst>
              <a:ext uri="{FF2B5EF4-FFF2-40B4-BE49-F238E27FC236}">
                <a16:creationId xmlns:a16="http://schemas.microsoft.com/office/drawing/2014/main" id="{8BE6B9A0-5B1C-4F7B-828A-EF74E51478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2E99FB-C932-4165-A612-8B302D8F7229}"/>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28375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DB1126-542A-43AD-8078-EE356516544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A5F98B-5F32-4561-BFBC-9F6E5DA0A347}"/>
              </a:ext>
            </a:extLst>
          </p:cNvPr>
          <p:cNvSpPr>
            <a:spLocks noGrp="1"/>
          </p:cNvSpPr>
          <p:nvPr>
            <p:ph type="body" orient="vert" idx="1"/>
          </p:nvPr>
        </p:nvSpPr>
        <p:spPr>
          <a:xfrm>
            <a:off x="1028700" y="2161903"/>
            <a:ext cx="10134600" cy="374359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73D0DD-B04E-4E48-8EE1-51E46131A9A2}"/>
              </a:ext>
            </a:extLst>
          </p:cNvPr>
          <p:cNvSpPr>
            <a:spLocks noGrp="1"/>
          </p:cNvSpPr>
          <p:nvPr>
            <p:ph type="dt" sz="half" idx="10"/>
          </p:nvPr>
        </p:nvSpPr>
        <p:spPr/>
        <p:txBody>
          <a:bodyPr/>
          <a:lstStyle/>
          <a:p>
            <a:fld id="{511E9772-46E6-4719-89CC-50B1DBC11C51}" type="datetime1">
              <a:rPr lang="en-US" smtClean="0"/>
              <a:t>12/24/2024</a:t>
            </a:fld>
            <a:endParaRPr lang="en-US"/>
          </a:p>
        </p:txBody>
      </p:sp>
      <p:sp>
        <p:nvSpPr>
          <p:cNvPr id="5" name="Footer Placeholder 4">
            <a:extLst>
              <a:ext uri="{FF2B5EF4-FFF2-40B4-BE49-F238E27FC236}">
                <a16:creationId xmlns:a16="http://schemas.microsoft.com/office/drawing/2014/main" id="{0481352D-F9C0-4442-9601-A09A7655E6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C0801-9C45-40AE-AB33-5742CDA4DAC7}"/>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5456332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946561-59BF-4566-AD2C-9B05C4771DF4}"/>
              </a:ext>
            </a:extLst>
          </p:cNvPr>
          <p:cNvSpPr>
            <a:spLocks noGrp="1"/>
          </p:cNvSpPr>
          <p:nvPr>
            <p:ph type="title" orient="vert"/>
          </p:nvPr>
        </p:nvSpPr>
        <p:spPr>
          <a:xfrm>
            <a:off x="9196250" y="723899"/>
            <a:ext cx="2271849" cy="54102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A1DF7870-6CBD-47E2-854C-68141BAA101D}"/>
              </a:ext>
            </a:extLst>
          </p:cNvPr>
          <p:cNvSpPr>
            <a:spLocks noGrp="1"/>
          </p:cNvSpPr>
          <p:nvPr>
            <p:ph type="body" orient="vert" idx="1"/>
          </p:nvPr>
        </p:nvSpPr>
        <p:spPr>
          <a:xfrm>
            <a:off x="723900" y="723899"/>
            <a:ext cx="8302534" cy="5410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712FAF3-C106-49CB-A845-1FC7F731399D}"/>
              </a:ext>
            </a:extLst>
          </p:cNvPr>
          <p:cNvSpPr>
            <a:spLocks noGrp="1"/>
          </p:cNvSpPr>
          <p:nvPr>
            <p:ph type="dt" sz="half" idx="10"/>
          </p:nvPr>
        </p:nvSpPr>
        <p:spPr/>
        <p:txBody>
          <a:bodyPr/>
          <a:lstStyle/>
          <a:p>
            <a:fld id="{E3A9D395-FC33-4C15-9BF5-D9DD83AB6BD2}" type="datetime1">
              <a:rPr lang="en-US" smtClean="0"/>
              <a:t>12/24/2024</a:t>
            </a:fld>
            <a:endParaRPr lang="en-US"/>
          </a:p>
        </p:txBody>
      </p:sp>
      <p:sp>
        <p:nvSpPr>
          <p:cNvPr id="5" name="Footer Placeholder 4">
            <a:extLst>
              <a:ext uri="{FF2B5EF4-FFF2-40B4-BE49-F238E27FC236}">
                <a16:creationId xmlns:a16="http://schemas.microsoft.com/office/drawing/2014/main" id="{E34D5CCC-00E8-48FA-91A6-921E7B644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7E1751-E7AA-406D-A977-1ACEF1FBD134}"/>
              </a:ext>
            </a:extLst>
          </p:cNvPr>
          <p:cNvSpPr>
            <a:spLocks noGrp="1"/>
          </p:cNvSpPr>
          <p:nvPr>
            <p:ph type="sldNum" sz="quarter" idx="12"/>
          </p:nvPr>
        </p:nvSpPr>
        <p:spPr/>
        <p:txBody>
          <a:bodyPr/>
          <a:lstStyle/>
          <a:p>
            <a:fld id="{19590046-DA73-4BBF-84B5-C08E6F75191A}" type="slidenum">
              <a:rPr lang="en-US" smtClean="0"/>
              <a:t>‹#›</a:t>
            </a:fld>
            <a:endParaRPr lang="en-US"/>
          </a:p>
        </p:txBody>
      </p:sp>
    </p:spTree>
    <p:extLst>
      <p:ext uri="{BB962C8B-B14F-4D97-AF65-F5344CB8AC3E}">
        <p14:creationId xmlns:p14="http://schemas.microsoft.com/office/powerpoint/2010/main" val="1014980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E7638-D991-46E7-BF2C-67D1AC829628}"/>
              </a:ext>
            </a:extLst>
          </p:cNvPr>
          <p:cNvSpPr>
            <a:spLocks noGrp="1"/>
          </p:cNvSpPr>
          <p:nvPr>
            <p:ph type="title"/>
          </p:nvPr>
        </p:nvSpPr>
        <p:spPr>
          <a:xfrm>
            <a:off x="1028700" y="723900"/>
            <a:ext cx="10134600" cy="1288489"/>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A7C6B9C-4923-4DAB-9748-D5CD289EB978}"/>
              </a:ext>
            </a:extLst>
          </p:cNvPr>
          <p:cNvSpPr>
            <a:spLocks noGrp="1"/>
          </p:cNvSpPr>
          <p:nvPr>
            <p:ph type="body" idx="1"/>
          </p:nvPr>
        </p:nvSpPr>
        <p:spPr>
          <a:xfrm>
            <a:off x="1028700" y="2161903"/>
            <a:ext cx="10134600" cy="396934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E7578CF6-4B33-40E4-B881-5F4C568378E1}"/>
              </a:ext>
            </a:extLst>
          </p:cNvPr>
          <p:cNvSpPr>
            <a:spLocks noGrp="1"/>
          </p:cNvSpPr>
          <p:nvPr>
            <p:ph type="sldNum" sz="quarter" idx="4"/>
          </p:nvPr>
        </p:nvSpPr>
        <p:spPr>
          <a:xfrm>
            <a:off x="11394765" y="6245032"/>
            <a:ext cx="524491" cy="365125"/>
          </a:xfrm>
          <a:prstGeom prst="rect">
            <a:avLst/>
          </a:prstGeom>
        </p:spPr>
        <p:txBody>
          <a:bodyPr vert="horz" lIns="91440" tIns="45720" rIns="91440" bIns="45720" rtlCol="0" anchor="ctr"/>
          <a:lstStyle>
            <a:lvl1pPr algn="r">
              <a:defRPr sz="1050">
                <a:solidFill>
                  <a:schemeClr val="tx2"/>
                </a:solidFill>
              </a:defRPr>
            </a:lvl1pPr>
          </a:lstStyle>
          <a:p>
            <a:fld id="{19590046-DA73-4BBF-84B5-C08E6F75191A}" type="slidenum">
              <a:rPr lang="en-US" smtClean="0"/>
              <a:t>‹#›</a:t>
            </a:fld>
            <a:endParaRPr lang="en-US"/>
          </a:p>
        </p:txBody>
      </p:sp>
      <p:sp>
        <p:nvSpPr>
          <p:cNvPr id="4" name="Date Placeholder 3">
            <a:extLst>
              <a:ext uri="{FF2B5EF4-FFF2-40B4-BE49-F238E27FC236}">
                <a16:creationId xmlns:a16="http://schemas.microsoft.com/office/drawing/2014/main" id="{25AE857E-F564-4539-9984-10435B6140AC}"/>
              </a:ext>
            </a:extLst>
          </p:cNvPr>
          <p:cNvSpPr>
            <a:spLocks noGrp="1"/>
          </p:cNvSpPr>
          <p:nvPr>
            <p:ph type="dt" sz="half" idx="2"/>
          </p:nvPr>
        </p:nvSpPr>
        <p:spPr>
          <a:xfrm>
            <a:off x="354841" y="6245032"/>
            <a:ext cx="2659380" cy="365125"/>
          </a:xfrm>
          <a:prstGeom prst="rect">
            <a:avLst/>
          </a:prstGeom>
        </p:spPr>
        <p:txBody>
          <a:bodyPr vert="horz" lIns="91440" tIns="45720" rIns="91440" bIns="45720" rtlCol="0" anchor="ctr"/>
          <a:lstStyle>
            <a:lvl1pPr algn="l">
              <a:defRPr sz="1050">
                <a:solidFill>
                  <a:schemeClr val="tx2"/>
                </a:solidFill>
              </a:defRPr>
            </a:lvl1pPr>
          </a:lstStyle>
          <a:p>
            <a:fld id="{94FA133B-60A5-4355-B9D6-218EA42C108D}" type="datetime1">
              <a:rPr lang="en-US" smtClean="0"/>
              <a:t>12/24/2024</a:t>
            </a:fld>
            <a:endParaRPr lang="en-US"/>
          </a:p>
        </p:txBody>
      </p:sp>
      <p:sp>
        <p:nvSpPr>
          <p:cNvPr id="5" name="Footer Placeholder 4">
            <a:extLst>
              <a:ext uri="{FF2B5EF4-FFF2-40B4-BE49-F238E27FC236}">
                <a16:creationId xmlns:a16="http://schemas.microsoft.com/office/drawing/2014/main" id="{7D1EABEF-B998-4B11-A878-8F492F8E3983}"/>
              </a:ext>
            </a:extLst>
          </p:cNvPr>
          <p:cNvSpPr>
            <a:spLocks noGrp="1"/>
          </p:cNvSpPr>
          <p:nvPr>
            <p:ph type="ftr" sz="quarter" idx="3"/>
          </p:nvPr>
        </p:nvSpPr>
        <p:spPr>
          <a:xfrm>
            <a:off x="7279964" y="6245033"/>
            <a:ext cx="4112222" cy="365125"/>
          </a:xfrm>
          <a:prstGeom prst="rect">
            <a:avLst/>
          </a:prstGeom>
        </p:spPr>
        <p:txBody>
          <a:bodyPr vert="horz" lIns="91440" tIns="45720" rIns="91440" bIns="45720" rtlCol="0" anchor="ctr"/>
          <a:lstStyle>
            <a:lvl1pPr algn="r">
              <a:defRPr sz="1050">
                <a:solidFill>
                  <a:schemeClr val="tx2"/>
                </a:solidFill>
              </a:defRPr>
            </a:lvl1pPr>
          </a:lstStyle>
          <a:p>
            <a:endParaRPr lang="en-US"/>
          </a:p>
        </p:txBody>
      </p:sp>
      <p:sp>
        <p:nvSpPr>
          <p:cNvPr id="16" name="Freeform: Shape 15">
            <a:extLst>
              <a:ext uri="{FF2B5EF4-FFF2-40B4-BE49-F238E27FC236}">
                <a16:creationId xmlns:a16="http://schemas.microsoft.com/office/drawing/2014/main" id="{9EB54D17-3792-403D-9127-495845021D2B}"/>
              </a:ext>
            </a:extLst>
          </p:cNvPr>
          <p:cNvSpPr/>
          <p:nvPr/>
        </p:nvSpPr>
        <p:spPr>
          <a:xfrm>
            <a:off x="0" y="0"/>
            <a:ext cx="12192000" cy="6858000"/>
          </a:xfrm>
          <a:custGeom>
            <a:avLst/>
            <a:gdLst>
              <a:gd name="connsiteX0" fmla="*/ 160920 w 12192000"/>
              <a:gd name="connsiteY0" fmla="*/ 157606 h 6858000"/>
              <a:gd name="connsiteX1" fmla="*/ 160920 w 12192000"/>
              <a:gd name="connsiteY1" fmla="*/ 6700394 h 6858000"/>
              <a:gd name="connsiteX2" fmla="*/ 12031081 w 12192000"/>
              <a:gd name="connsiteY2" fmla="*/ 6700394 h 6858000"/>
              <a:gd name="connsiteX3" fmla="*/ 12031081 w 12192000"/>
              <a:gd name="connsiteY3" fmla="*/ 157606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60920" y="157606"/>
                </a:moveTo>
                <a:lnTo>
                  <a:pt x="160920" y="6700394"/>
                </a:lnTo>
                <a:lnTo>
                  <a:pt x="12031081" y="6700394"/>
                </a:lnTo>
                <a:lnTo>
                  <a:pt x="12031081" y="157606"/>
                </a:lnTo>
                <a:close/>
                <a:moveTo>
                  <a:pt x="0" y="0"/>
                </a:moveTo>
                <a:lnTo>
                  <a:pt x="12192000" y="0"/>
                </a:lnTo>
                <a:lnTo>
                  <a:pt x="12192000" y="6858000"/>
                </a:lnTo>
                <a:lnTo>
                  <a:pt x="0" y="6858000"/>
                </a:lnTo>
                <a:close/>
              </a:path>
            </a:pathLst>
          </a:cu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3970226"/>
      </p:ext>
    </p:extLst>
  </p:cSld>
  <p:clrMap bg1="lt1" tx1="dk1" bg2="lt2" tx2="dk2" accent1="accent1" accent2="accent2" accent3="accent3" accent4="accent4" accent5="accent5" accent6="accent6" hlink="hlink" folHlink="folHlink"/>
  <p:sldLayoutIdLst>
    <p:sldLayoutId id="2147483730" r:id="rId1"/>
    <p:sldLayoutId id="2147483729" r:id="rId2"/>
    <p:sldLayoutId id="2147483728"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Lst>
  <p:hf hdr="0" ftr="0" dt="0"/>
  <p:txStyles>
    <p:titleStyle>
      <a:lvl1pPr algn="l" defTabSz="914400" rtl="0" eaLnBrk="1" latinLnBrk="0" hangingPunct="1">
        <a:lnSpc>
          <a:spcPct val="110000"/>
        </a:lnSpc>
        <a:spcBef>
          <a:spcPct val="0"/>
        </a:spcBef>
        <a:buNone/>
        <a:defRPr sz="3200" kern="1200" cap="none" baseline="0">
          <a:solidFill>
            <a:schemeClr val="tx2"/>
          </a:solidFill>
          <a:latin typeface="+mj-lt"/>
          <a:ea typeface="+mj-ea"/>
          <a:cs typeface="+mj-cs"/>
        </a:defRPr>
      </a:lvl1pPr>
    </p:titleStyle>
    <p:bodyStyle>
      <a:lvl1pPr marL="0" indent="0" algn="l" defTabSz="914400" rtl="0" eaLnBrk="1" latinLnBrk="0" hangingPunct="1">
        <a:lnSpc>
          <a:spcPct val="110000"/>
        </a:lnSpc>
        <a:spcBef>
          <a:spcPts val="1000"/>
        </a:spcBef>
        <a:buFontTx/>
        <a:buNone/>
        <a:defRPr sz="2000" kern="1200">
          <a:solidFill>
            <a:schemeClr val="tx2"/>
          </a:solidFill>
          <a:latin typeface="+mn-lt"/>
          <a:ea typeface="+mn-ea"/>
          <a:cs typeface="+mn-cs"/>
        </a:defRPr>
      </a:lvl1pPr>
      <a:lvl2pPr marL="274320" indent="-228600" algn="l" defTabSz="914400" rtl="0" eaLnBrk="1" latinLnBrk="0" hangingPunct="1">
        <a:lnSpc>
          <a:spcPct val="110000"/>
        </a:lnSpc>
        <a:spcBef>
          <a:spcPts val="500"/>
        </a:spcBef>
        <a:buSzPct val="85000"/>
        <a:buFont typeface="Arial" panose="020B0604020202020204" pitchFamily="34" charset="0"/>
        <a:buChar char="•"/>
        <a:defRPr sz="1800" kern="1200">
          <a:solidFill>
            <a:schemeClr val="tx2"/>
          </a:solidFill>
          <a:latin typeface="+mn-lt"/>
          <a:ea typeface="+mn-ea"/>
          <a:cs typeface="+mn-cs"/>
        </a:defRPr>
      </a:lvl2pPr>
      <a:lvl3pPr marL="274320" indent="0" algn="l" defTabSz="914400" rtl="0" eaLnBrk="1" latinLnBrk="0" hangingPunct="1">
        <a:lnSpc>
          <a:spcPct val="110000"/>
        </a:lnSpc>
        <a:spcBef>
          <a:spcPts val="500"/>
        </a:spcBef>
        <a:buFontTx/>
        <a:buNone/>
        <a:defRPr sz="1600" kern="1200">
          <a:solidFill>
            <a:schemeClr val="tx2"/>
          </a:solidFill>
          <a:latin typeface="+mn-lt"/>
          <a:ea typeface="+mn-ea"/>
          <a:cs typeface="+mn-cs"/>
        </a:defRPr>
      </a:lvl3pPr>
      <a:lvl4pPr marL="548640" indent="-228600" algn="l" defTabSz="914400" rtl="0" eaLnBrk="1" latinLnBrk="0" hangingPunct="1">
        <a:lnSpc>
          <a:spcPct val="110000"/>
        </a:lnSpc>
        <a:spcBef>
          <a:spcPts val="500"/>
        </a:spcBef>
        <a:buFont typeface="Arial" panose="020B0604020202020204" pitchFamily="34" charset="0"/>
        <a:buChar char="•"/>
        <a:defRPr sz="1400" kern="1200">
          <a:solidFill>
            <a:schemeClr val="tx2"/>
          </a:solidFill>
          <a:latin typeface="+mn-lt"/>
          <a:ea typeface="+mn-ea"/>
          <a:cs typeface="+mn-cs"/>
        </a:defRPr>
      </a:lvl4pPr>
      <a:lvl5pPr marL="548640" indent="0" algn="l" defTabSz="914400" rtl="0" eaLnBrk="1" latinLnBrk="0" hangingPunct="1">
        <a:lnSpc>
          <a:spcPct val="110000"/>
        </a:lnSpc>
        <a:spcBef>
          <a:spcPts val="500"/>
        </a:spcBef>
        <a:buFontTx/>
        <a:buNone/>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2" Type="http://schemas.openxmlformats.org/officeDocument/2006/relationships/hyperlink" Target="https://blog.zomato.com/food-preparation-time"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9" name="Rectangle 1038">
            <a:extLst>
              <a:ext uri="{FF2B5EF4-FFF2-40B4-BE49-F238E27FC236}">
                <a16:creationId xmlns:a16="http://schemas.microsoft.com/office/drawing/2014/main" id="{4905C695-F54E-4EF8-8AEF-811D460E7A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485CD2A3-2099-476E-9A85-55DC735FA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 y="159026"/>
            <a:ext cx="731744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822AB5-FA19-610F-7E1A-A5EE6567CE5F}"/>
              </a:ext>
            </a:extLst>
          </p:cNvPr>
          <p:cNvSpPr>
            <a:spLocks noGrp="1"/>
          </p:cNvSpPr>
          <p:nvPr>
            <p:ph type="ctrTitle"/>
          </p:nvPr>
        </p:nvSpPr>
        <p:spPr>
          <a:xfrm>
            <a:off x="1077390" y="1066801"/>
            <a:ext cx="5476322" cy="2077328"/>
          </a:xfrm>
        </p:spPr>
        <p:txBody>
          <a:bodyPr>
            <a:normAutofit/>
          </a:bodyPr>
          <a:lstStyle/>
          <a:p>
            <a:r>
              <a:rPr lang="en-IN" dirty="0">
                <a:latin typeface="Times New Roman" panose="02020603050405020304" pitchFamily="18" charset="0"/>
                <a:cs typeface="Times New Roman" panose="02020603050405020304" pitchFamily="18" charset="0"/>
              </a:rPr>
              <a:t>ZOMATO-Analysis for opening New Restaurant</a:t>
            </a:r>
          </a:p>
        </p:txBody>
      </p:sp>
      <p:sp>
        <p:nvSpPr>
          <p:cNvPr id="3" name="Subtitle 2">
            <a:extLst>
              <a:ext uri="{FF2B5EF4-FFF2-40B4-BE49-F238E27FC236}">
                <a16:creationId xmlns:a16="http://schemas.microsoft.com/office/drawing/2014/main" id="{17F775C2-9BEC-356D-CE71-BE55FB1E172B}"/>
              </a:ext>
            </a:extLst>
          </p:cNvPr>
          <p:cNvSpPr>
            <a:spLocks noGrp="1"/>
          </p:cNvSpPr>
          <p:nvPr>
            <p:ph type="subTitle" idx="1"/>
          </p:nvPr>
        </p:nvSpPr>
        <p:spPr>
          <a:xfrm>
            <a:off x="1066984" y="4876803"/>
            <a:ext cx="5497135" cy="1233323"/>
          </a:xfrm>
        </p:spPr>
        <p:txBody>
          <a:bodyPr anchor="t">
            <a:normAutofit/>
          </a:bodyPr>
          <a:lstStyle/>
          <a:p>
            <a:r>
              <a:rPr lang="en-IN" dirty="0">
                <a:latin typeface="Times New Roman" panose="02020603050405020304" pitchFamily="18" charset="0"/>
                <a:cs typeface="Times New Roman" panose="02020603050405020304" pitchFamily="18" charset="0"/>
              </a:rPr>
              <a:t>BY- Vidyadhar Dhopte</a:t>
            </a:r>
          </a:p>
        </p:txBody>
      </p:sp>
      <p:pic>
        <p:nvPicPr>
          <p:cNvPr id="1034" name="Picture 10" descr="Zomato: An in-depth look at its design | Bootcamp">
            <a:extLst>
              <a:ext uri="{FF2B5EF4-FFF2-40B4-BE49-F238E27FC236}">
                <a16:creationId xmlns:a16="http://schemas.microsoft.com/office/drawing/2014/main" id="{12152F11-119E-5784-8B9A-4664AFD7E08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0436" r="1" b="1"/>
          <a:stretch/>
        </p:blipFill>
        <p:spPr bwMode="auto">
          <a:xfrm>
            <a:off x="7618641" y="3429000"/>
            <a:ext cx="4573359" cy="3429000"/>
          </a:xfrm>
          <a:prstGeom prst="rect">
            <a:avLst/>
          </a:prstGeom>
          <a:noFill/>
          <a:extLst>
            <a:ext uri="{909E8E84-426E-40DD-AFC4-6F175D3DCCD1}">
              <a14:hiddenFill xmlns:a14="http://schemas.microsoft.com/office/drawing/2010/main">
                <a:solidFill>
                  <a:srgbClr val="FFFFFF"/>
                </a:solidFill>
              </a14:hiddenFill>
            </a:ext>
          </a:extLst>
        </p:spPr>
      </p:pic>
      <p:grpSp>
        <p:nvGrpSpPr>
          <p:cNvPr id="1043" name="Group 1042">
            <a:extLst>
              <a:ext uri="{FF2B5EF4-FFF2-40B4-BE49-F238E27FC236}">
                <a16:creationId xmlns:a16="http://schemas.microsoft.com/office/drawing/2014/main" id="{E92979E8-2E86-433E-A7E4-5F102E45A8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81809" y="4237480"/>
            <a:ext cx="867485" cy="115439"/>
            <a:chOff x="8910933" y="1861308"/>
            <a:chExt cx="867485" cy="115439"/>
          </a:xfrm>
        </p:grpSpPr>
        <p:sp>
          <p:nvSpPr>
            <p:cNvPr id="1044" name="Rectangle 1043">
              <a:extLst>
                <a:ext uri="{FF2B5EF4-FFF2-40B4-BE49-F238E27FC236}">
                  <a16:creationId xmlns:a16="http://schemas.microsoft.com/office/drawing/2014/main" id="{CDDEF0D5-EF9F-43D4-BF40-27A3121E02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045" name="Straight Connector 1044">
              <a:extLst>
                <a:ext uri="{FF2B5EF4-FFF2-40B4-BE49-F238E27FC236}">
                  <a16:creationId xmlns:a16="http://schemas.microsoft.com/office/drawing/2014/main" id="{71438B34-2B34-4614-B3B4-D099271503B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46" name="Straight Connector 1045">
              <a:extLst>
                <a:ext uri="{FF2B5EF4-FFF2-40B4-BE49-F238E27FC236}">
                  <a16:creationId xmlns:a16="http://schemas.microsoft.com/office/drawing/2014/main" id="{2C691BDB-93D3-4721-903C-45DD9590F1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1032" name="Picture 8" descr="Quantitative Data Analysis: A Versatile and Beneficial Process - Udemy Blog">
            <a:extLst>
              <a:ext uri="{FF2B5EF4-FFF2-40B4-BE49-F238E27FC236}">
                <a16:creationId xmlns:a16="http://schemas.microsoft.com/office/drawing/2014/main" id="{3CBFC042-A0E6-F200-0E0A-7E10E9B5577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761" r="-3" b="-3"/>
          <a:stretch/>
        </p:blipFill>
        <p:spPr bwMode="auto">
          <a:xfrm>
            <a:off x="7618641" y="-319"/>
            <a:ext cx="4573359" cy="342932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1A49F424-8C8D-C614-1117-9B4FD0B307C3}"/>
              </a:ext>
            </a:extLst>
          </p:cNvPr>
          <p:cNvSpPr>
            <a:spLocks noGrp="1"/>
          </p:cNvSpPr>
          <p:nvPr>
            <p:ph type="sldNum" sz="quarter" idx="12"/>
          </p:nvPr>
        </p:nvSpPr>
        <p:spPr/>
        <p:txBody>
          <a:bodyPr/>
          <a:lstStyle/>
          <a:p>
            <a:fld id="{19590046-DA73-4BBF-84B5-C08E6F75191A}" type="slidenum">
              <a:rPr lang="en-US" smtClean="0"/>
              <a:t>1</a:t>
            </a:fld>
            <a:endParaRPr lang="en-US"/>
          </a:p>
        </p:txBody>
      </p:sp>
    </p:spTree>
    <p:extLst>
      <p:ext uri="{BB962C8B-B14F-4D97-AF65-F5344CB8AC3E}">
        <p14:creationId xmlns:p14="http://schemas.microsoft.com/office/powerpoint/2010/main" val="382457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07271E9-21F4-400B-84B6-052EAFCFE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E3D78ED-34B7-4F8E-8377-994DCAD3C8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69648"/>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hand holding a pen and shading circles on a sheet">
            <a:extLst>
              <a:ext uri="{FF2B5EF4-FFF2-40B4-BE49-F238E27FC236}">
                <a16:creationId xmlns:a16="http://schemas.microsoft.com/office/drawing/2014/main" id="{8A4BE82F-0A6B-5FF5-0E67-0B1FBF3DC9D8}"/>
              </a:ext>
            </a:extLst>
          </p:cNvPr>
          <p:cNvPicPr>
            <a:picLocks noChangeAspect="1"/>
          </p:cNvPicPr>
          <p:nvPr/>
        </p:nvPicPr>
        <p:blipFill>
          <a:blip r:embed="rId3">
            <a:alphaModFix amt="40000"/>
          </a:blip>
          <a:srcRect t="791" b="2478"/>
          <a:stretch/>
        </p:blipFill>
        <p:spPr>
          <a:xfrm>
            <a:off x="20" y="10"/>
            <a:ext cx="12191979" cy="6869638"/>
          </a:xfrm>
          <a:prstGeom prst="rect">
            <a:avLst/>
          </a:prstGeom>
        </p:spPr>
      </p:pic>
      <p:sp>
        <p:nvSpPr>
          <p:cNvPr id="2" name="Title 1">
            <a:extLst>
              <a:ext uri="{FF2B5EF4-FFF2-40B4-BE49-F238E27FC236}">
                <a16:creationId xmlns:a16="http://schemas.microsoft.com/office/drawing/2014/main" id="{8E7002AE-C9F6-12CF-6416-E8A43434E376}"/>
              </a:ext>
            </a:extLst>
          </p:cNvPr>
          <p:cNvSpPr>
            <a:spLocks noGrp="1"/>
          </p:cNvSpPr>
          <p:nvPr>
            <p:ph type="title"/>
          </p:nvPr>
        </p:nvSpPr>
        <p:spPr>
          <a:xfrm>
            <a:off x="1736785" y="723900"/>
            <a:ext cx="8718430" cy="1288489"/>
          </a:xfrm>
          <a:effectLst>
            <a:outerShdw blurRad="50800" dist="12700" dir="2700000" algn="tl" rotWithShape="0">
              <a:prstClr val="black">
                <a:alpha val="40000"/>
              </a:prstClr>
            </a:outerShdw>
          </a:effectLst>
        </p:spPr>
        <p:txBody>
          <a:bodyPr>
            <a:normAutofit/>
          </a:bodyPr>
          <a:lstStyle/>
          <a:p>
            <a:pPr algn="ctr"/>
            <a:r>
              <a:rPr lang="en-IN" b="1" dirty="0">
                <a:solidFill>
                  <a:schemeClr val="tx1"/>
                </a:solidFill>
                <a:latin typeface="Times New Roman" panose="02020603050405020304" pitchFamily="18" charset="0"/>
                <a:cs typeface="Times New Roman" panose="02020603050405020304" pitchFamily="18" charset="0"/>
              </a:rPr>
              <a:t>AGENDA</a:t>
            </a:r>
          </a:p>
        </p:txBody>
      </p:sp>
      <p:sp>
        <p:nvSpPr>
          <p:cNvPr id="3" name="Content Placeholder 2">
            <a:extLst>
              <a:ext uri="{FF2B5EF4-FFF2-40B4-BE49-F238E27FC236}">
                <a16:creationId xmlns:a16="http://schemas.microsoft.com/office/drawing/2014/main" id="{FA24E00D-30DE-5CD4-3573-8D446028A0AC}"/>
              </a:ext>
            </a:extLst>
          </p:cNvPr>
          <p:cNvSpPr>
            <a:spLocks noGrp="1"/>
          </p:cNvSpPr>
          <p:nvPr>
            <p:ph idx="1"/>
          </p:nvPr>
        </p:nvSpPr>
        <p:spPr>
          <a:xfrm>
            <a:off x="2701962" y="2161903"/>
            <a:ext cx="6788076" cy="3416512"/>
          </a:xfrm>
          <a:effectLst>
            <a:outerShdw blurRad="50800" dist="12700" dir="2700000" algn="tl" rotWithShape="0">
              <a:prstClr val="black">
                <a:alpha val="40000"/>
              </a:prstClr>
            </a:outerShdw>
          </a:effectLst>
        </p:spPr>
        <p:txBody>
          <a:bodyPr>
            <a:normAutofit/>
          </a:bodyPr>
          <a:lstStyle/>
          <a:p>
            <a:pPr marL="457200" indent="-457200" algn="ctr">
              <a:buAutoNum type="arabicPeriod"/>
            </a:pPr>
            <a:r>
              <a:rPr lang="en-IN" b="1" dirty="0">
                <a:solidFill>
                  <a:schemeClr val="tx1"/>
                </a:solidFill>
                <a:latin typeface="Times New Roman" panose="02020603050405020304" pitchFamily="18" charset="0"/>
                <a:cs typeface="Times New Roman" panose="02020603050405020304" pitchFamily="18" charset="0"/>
              </a:rPr>
              <a:t>Introduction</a:t>
            </a:r>
          </a:p>
          <a:p>
            <a:pPr marL="457200" indent="-457200" algn="ctr">
              <a:buAutoNum type="arabicPeriod"/>
            </a:pPr>
            <a:r>
              <a:rPr lang="en-IN" b="1" dirty="0">
                <a:solidFill>
                  <a:schemeClr val="tx1"/>
                </a:solidFill>
                <a:latin typeface="Times New Roman" panose="02020603050405020304" pitchFamily="18" charset="0"/>
                <a:cs typeface="Times New Roman" panose="02020603050405020304" pitchFamily="18" charset="0"/>
              </a:rPr>
              <a:t>Problem statement</a:t>
            </a:r>
          </a:p>
          <a:p>
            <a:pPr marL="457200" indent="-457200" algn="ctr">
              <a:buAutoNum type="arabicPeriod"/>
            </a:pPr>
            <a:r>
              <a:rPr lang="en-IN" b="1" dirty="0">
                <a:solidFill>
                  <a:schemeClr val="tx1"/>
                </a:solidFill>
                <a:latin typeface="Times New Roman" panose="02020603050405020304" pitchFamily="18" charset="0"/>
                <a:cs typeface="Times New Roman" panose="02020603050405020304" pitchFamily="18" charset="0"/>
              </a:rPr>
              <a:t>Analysis</a:t>
            </a:r>
          </a:p>
          <a:p>
            <a:pPr marL="457200" indent="-457200" algn="ctr">
              <a:buAutoNum type="arabicPeriod"/>
            </a:pPr>
            <a:r>
              <a:rPr lang="en-IN" b="1" dirty="0">
                <a:solidFill>
                  <a:schemeClr val="tx1"/>
                </a:solidFill>
                <a:latin typeface="Times New Roman" panose="02020603050405020304" pitchFamily="18" charset="0"/>
                <a:cs typeface="Times New Roman" panose="02020603050405020304" pitchFamily="18" charset="0"/>
              </a:rPr>
              <a:t>Dashboard </a:t>
            </a:r>
          </a:p>
          <a:p>
            <a:pPr marL="457200" indent="-457200" algn="ctr">
              <a:buAutoNum type="arabicPeriod"/>
            </a:pPr>
            <a:r>
              <a:rPr lang="en-IN" b="1" dirty="0">
                <a:solidFill>
                  <a:schemeClr val="tx1"/>
                </a:solidFill>
                <a:latin typeface="Times New Roman" panose="02020603050405020304" pitchFamily="18" charset="0"/>
                <a:cs typeface="Times New Roman" panose="02020603050405020304" pitchFamily="18" charset="0"/>
              </a:rPr>
              <a:t>Conclusion.</a:t>
            </a:r>
          </a:p>
        </p:txBody>
      </p:sp>
      <p:grpSp>
        <p:nvGrpSpPr>
          <p:cNvPr id="13" name="Group 12">
            <a:extLst>
              <a:ext uri="{FF2B5EF4-FFF2-40B4-BE49-F238E27FC236}">
                <a16:creationId xmlns:a16="http://schemas.microsoft.com/office/drawing/2014/main" id="{A1527245-C5C2-4BD3-8317-C4D6D7A1021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5849932"/>
            <a:ext cx="867485" cy="115439"/>
            <a:chOff x="8910933" y="1861308"/>
            <a:chExt cx="867485" cy="115439"/>
          </a:xfrm>
        </p:grpSpPr>
        <p:sp>
          <p:nvSpPr>
            <p:cNvPr id="14" name="Rectangle 13">
              <a:extLst>
                <a:ext uri="{FF2B5EF4-FFF2-40B4-BE49-F238E27FC236}">
                  <a16:creationId xmlns:a16="http://schemas.microsoft.com/office/drawing/2014/main" id="{E03BA463-C04F-4127-9100-1F376E519B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ffectLst>
                  <a:outerShdw blurRad="38100" dist="38100" dir="2700000" algn="tl">
                    <a:srgbClr val="000000">
                      <a:alpha val="43137"/>
                    </a:srgbClr>
                  </a:outerShdw>
                </a:effectLst>
              </a:endParaRPr>
            </a:p>
          </p:txBody>
        </p:sp>
        <p:cxnSp>
          <p:nvCxnSpPr>
            <p:cNvPr id="15" name="Straight Connector 14">
              <a:extLst>
                <a:ext uri="{FF2B5EF4-FFF2-40B4-BE49-F238E27FC236}">
                  <a16:creationId xmlns:a16="http://schemas.microsoft.com/office/drawing/2014/main" id="{01FD6DA6-F7BC-4426-8465-928C4EC4A4C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49A28AE3-3C29-44E4-80A5-C2937F8E7A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a:extLst>
              <a:ext uri="{FF2B5EF4-FFF2-40B4-BE49-F238E27FC236}">
                <a16:creationId xmlns:a16="http://schemas.microsoft.com/office/drawing/2014/main" id="{CFDA2552-CF4C-97DD-899F-81332977F75F}"/>
              </a:ext>
            </a:extLst>
          </p:cNvPr>
          <p:cNvSpPr>
            <a:spLocks noGrp="1"/>
          </p:cNvSpPr>
          <p:nvPr>
            <p:ph type="sldNum" sz="quarter" idx="12"/>
          </p:nvPr>
        </p:nvSpPr>
        <p:spPr/>
        <p:txBody>
          <a:bodyPr/>
          <a:lstStyle/>
          <a:p>
            <a:fld id="{19590046-DA73-4BBF-84B5-C08E6F75191A}" type="slidenum">
              <a:rPr lang="en-US" smtClean="0"/>
              <a:t>2</a:t>
            </a:fld>
            <a:endParaRPr lang="en-US"/>
          </a:p>
        </p:txBody>
      </p:sp>
    </p:spTree>
    <p:extLst>
      <p:ext uri="{BB962C8B-B14F-4D97-AF65-F5344CB8AC3E}">
        <p14:creationId xmlns:p14="http://schemas.microsoft.com/office/powerpoint/2010/main" val="3962109701"/>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6" name="Rectangle 2065">
            <a:extLst>
              <a:ext uri="{FF2B5EF4-FFF2-40B4-BE49-F238E27FC236}">
                <a16:creationId xmlns:a16="http://schemas.microsoft.com/office/drawing/2014/main" id="{7B22176A-41DB-4D9A-9B6F-F2296F1E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7" name="Rectangle 2066">
            <a:extLst>
              <a:ext uri="{FF2B5EF4-FFF2-40B4-BE49-F238E27FC236}">
                <a16:creationId xmlns:a16="http://schemas.microsoft.com/office/drawing/2014/main" id="{774A8DF5-445E-49C5-B10A-8DF5FEFBC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68" name="Rectangle 2067">
            <a:extLst>
              <a:ext uri="{FF2B5EF4-FFF2-40B4-BE49-F238E27FC236}">
                <a16:creationId xmlns:a16="http://schemas.microsoft.com/office/drawing/2014/main" id="{9A4E38D9-EFB8-40B5-B42B-514FBF180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5E8F9D-7B8D-0D5B-3F3F-A6381F301CA1}"/>
              </a:ext>
            </a:extLst>
          </p:cNvPr>
          <p:cNvSpPr>
            <a:spLocks noGrp="1"/>
          </p:cNvSpPr>
          <p:nvPr>
            <p:ph type="title"/>
          </p:nvPr>
        </p:nvSpPr>
        <p:spPr>
          <a:xfrm>
            <a:off x="1481417" y="722376"/>
            <a:ext cx="9229167" cy="1288825"/>
          </a:xfrm>
        </p:spPr>
        <p:txBody>
          <a:bodyPr anchor="b">
            <a:normAutofit/>
          </a:bodyPr>
          <a:lstStyle/>
          <a:p>
            <a:pPr algn="ctr"/>
            <a:r>
              <a:rPr lang="en-IN" dirty="0"/>
              <a:t>ABOUT ZOMATO</a:t>
            </a:r>
          </a:p>
        </p:txBody>
      </p:sp>
      <p:sp>
        <p:nvSpPr>
          <p:cNvPr id="3" name="Content Placeholder 2">
            <a:extLst>
              <a:ext uri="{FF2B5EF4-FFF2-40B4-BE49-F238E27FC236}">
                <a16:creationId xmlns:a16="http://schemas.microsoft.com/office/drawing/2014/main" id="{95618AAA-9366-C615-3BFF-3FC25A345208}"/>
              </a:ext>
            </a:extLst>
          </p:cNvPr>
          <p:cNvSpPr>
            <a:spLocks noGrp="1"/>
          </p:cNvSpPr>
          <p:nvPr>
            <p:ph idx="1"/>
          </p:nvPr>
        </p:nvSpPr>
        <p:spPr>
          <a:xfrm>
            <a:off x="4660900" y="2478581"/>
            <a:ext cx="5930900" cy="3028597"/>
          </a:xfrm>
        </p:spPr>
        <p:txBody>
          <a:bodyPr anchor="ctr">
            <a:noAutofit/>
          </a:bodyPr>
          <a:lstStyle/>
          <a:p>
            <a:pPr algn="just">
              <a:lnSpc>
                <a:spcPct val="100000"/>
              </a:lnSpc>
            </a:pPr>
            <a:r>
              <a:rPr lang="en-US" b="0" i="0" dirty="0">
                <a:effectLst/>
                <a:highlight>
                  <a:srgbClr val="FFFFFF"/>
                </a:highlight>
                <a:latin typeface="Times New Roman" panose="02020603050405020304" pitchFamily="18" charset="0"/>
                <a:cs typeface="Times New Roman" panose="02020603050405020304" pitchFamily="18" charset="0"/>
              </a:rPr>
              <a:t>Established in 2010, Zomato’s tech platform links customers, restaurant partners, and delivery partners, meeting their various needs. Customers use </a:t>
            </a:r>
            <a:r>
              <a:rPr lang="en-US" dirty="0">
                <a:highlight>
                  <a:srgbClr val="FFFFFF"/>
                </a:highlight>
                <a:latin typeface="Times New Roman" panose="02020603050405020304" pitchFamily="18" charset="0"/>
                <a:cs typeface="Times New Roman" panose="02020603050405020304" pitchFamily="18" charset="0"/>
              </a:rPr>
              <a:t>this</a:t>
            </a:r>
            <a:r>
              <a:rPr lang="en-US" b="0" i="0" dirty="0">
                <a:effectLst/>
                <a:highlight>
                  <a:srgbClr val="FFFFFF"/>
                </a:highlight>
                <a:latin typeface="Times New Roman" panose="02020603050405020304" pitchFamily="18" charset="0"/>
                <a:cs typeface="Times New Roman" panose="02020603050405020304" pitchFamily="18" charset="0"/>
              </a:rPr>
              <a:t> platform to find restaurants, share reviews and photos, order food, book tables, and handle payments. Meanwhile, </a:t>
            </a:r>
            <a:r>
              <a:rPr lang="en-US" dirty="0">
                <a:highlight>
                  <a:srgbClr val="FFFFFF"/>
                </a:highlight>
                <a:latin typeface="Times New Roman" panose="02020603050405020304" pitchFamily="18" charset="0"/>
                <a:cs typeface="Times New Roman" panose="02020603050405020304" pitchFamily="18" charset="0"/>
              </a:rPr>
              <a:t>They</a:t>
            </a:r>
            <a:r>
              <a:rPr lang="en-US" b="0" i="0" dirty="0">
                <a:effectLst/>
                <a:highlight>
                  <a:srgbClr val="FFFFFF"/>
                </a:highlight>
                <a:latin typeface="Times New Roman" panose="02020603050405020304" pitchFamily="18" charset="0"/>
                <a:cs typeface="Times New Roman" panose="02020603050405020304" pitchFamily="18" charset="0"/>
              </a:rPr>
              <a:t> equip restaurant partners with marketing tools, offer reliable delivery services, and supply quality ingredients through Hyperpure. </a:t>
            </a:r>
            <a:r>
              <a:rPr lang="en-US" dirty="0">
                <a:highlight>
                  <a:srgbClr val="FFFFFF"/>
                </a:highlight>
                <a:latin typeface="Times New Roman" panose="02020603050405020304" pitchFamily="18" charset="0"/>
                <a:cs typeface="Times New Roman" panose="02020603050405020304" pitchFamily="18" charset="0"/>
              </a:rPr>
              <a:t>It</a:t>
            </a:r>
            <a:r>
              <a:rPr lang="en-US" b="0" i="0" dirty="0">
                <a:effectLst/>
                <a:highlight>
                  <a:srgbClr val="FFFFFF"/>
                </a:highlight>
                <a:latin typeface="Times New Roman" panose="02020603050405020304" pitchFamily="18" charset="0"/>
                <a:cs typeface="Times New Roman" panose="02020603050405020304" pitchFamily="18" charset="0"/>
              </a:rPr>
              <a:t> also provide transparent earning opportunities for delivery partners (Zomato.com, 2024).</a:t>
            </a:r>
            <a:endParaRPr lang="en-IN" dirty="0">
              <a:latin typeface="Times New Roman" panose="02020603050405020304" pitchFamily="18" charset="0"/>
              <a:cs typeface="Times New Roman" panose="02020603050405020304" pitchFamily="18" charset="0"/>
            </a:endParaRPr>
          </a:p>
        </p:txBody>
      </p:sp>
      <p:pic>
        <p:nvPicPr>
          <p:cNvPr id="2050" name="Picture 2" descr="Free Zomato Logo Icon - Download in Flat Style">
            <a:extLst>
              <a:ext uri="{FF2B5EF4-FFF2-40B4-BE49-F238E27FC236}">
                <a16:creationId xmlns:a16="http://schemas.microsoft.com/office/drawing/2014/main" id="{6500937C-C250-7FEF-F682-3CBCDB4AA0B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170" b="3"/>
          <a:stretch/>
        </p:blipFill>
        <p:spPr bwMode="auto">
          <a:xfrm>
            <a:off x="1481417" y="2586549"/>
            <a:ext cx="2569883" cy="2626801"/>
          </a:xfrm>
          <a:prstGeom prst="rect">
            <a:avLst/>
          </a:prstGeom>
          <a:noFill/>
          <a:extLst>
            <a:ext uri="{909E8E84-426E-40DD-AFC4-6F175D3DCCD1}">
              <a14:hiddenFill xmlns:a14="http://schemas.microsoft.com/office/drawing/2010/main">
                <a:solidFill>
                  <a:srgbClr val="FFFFFF"/>
                </a:solidFill>
              </a14:hiddenFill>
            </a:ext>
          </a:extLst>
        </p:spPr>
      </p:pic>
      <p:grpSp>
        <p:nvGrpSpPr>
          <p:cNvPr id="2069" name="Group 2068">
            <a:extLst>
              <a:ext uri="{FF2B5EF4-FFF2-40B4-BE49-F238E27FC236}">
                <a16:creationId xmlns:a16="http://schemas.microsoft.com/office/drawing/2014/main" id="{D87FFE71-34DC-4C53-AE0F-6B141D081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7" y="5854127"/>
            <a:ext cx="867485" cy="115439"/>
            <a:chOff x="8910933" y="1861308"/>
            <a:chExt cx="867485" cy="115439"/>
          </a:xfrm>
        </p:grpSpPr>
        <p:sp>
          <p:nvSpPr>
            <p:cNvPr id="2070" name="Rectangle 2069">
              <a:extLst>
                <a:ext uri="{FF2B5EF4-FFF2-40B4-BE49-F238E27FC236}">
                  <a16:creationId xmlns:a16="http://schemas.microsoft.com/office/drawing/2014/main" id="{37DF92F1-0E20-46AC-BB8F-F66926B40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063" name="Straight Connector 2062">
              <a:extLst>
                <a:ext uri="{FF2B5EF4-FFF2-40B4-BE49-F238E27FC236}">
                  <a16:creationId xmlns:a16="http://schemas.microsoft.com/office/drawing/2014/main" id="{FFA14CB4-8459-4D23-B4FF-8F9868E3FC9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064" name="Straight Connector 2063">
              <a:extLst>
                <a:ext uri="{FF2B5EF4-FFF2-40B4-BE49-F238E27FC236}">
                  <a16:creationId xmlns:a16="http://schemas.microsoft.com/office/drawing/2014/main" id="{7A0C763F-37C4-4E00-AEB2-8867F4AA25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4" name="Slide Number Placeholder 3">
            <a:extLst>
              <a:ext uri="{FF2B5EF4-FFF2-40B4-BE49-F238E27FC236}">
                <a16:creationId xmlns:a16="http://schemas.microsoft.com/office/drawing/2014/main" id="{9E689438-1F5A-49B3-2899-5B3C4E77DDB9}"/>
              </a:ext>
            </a:extLst>
          </p:cNvPr>
          <p:cNvSpPr>
            <a:spLocks noGrp="1"/>
          </p:cNvSpPr>
          <p:nvPr>
            <p:ph type="sldNum" sz="quarter" idx="12"/>
          </p:nvPr>
        </p:nvSpPr>
        <p:spPr/>
        <p:txBody>
          <a:bodyPr/>
          <a:lstStyle/>
          <a:p>
            <a:fld id="{19590046-DA73-4BBF-84B5-C08E6F75191A}" type="slidenum">
              <a:rPr lang="en-US" smtClean="0"/>
              <a:t>3</a:t>
            </a:fld>
            <a:endParaRPr lang="en-US"/>
          </a:p>
        </p:txBody>
      </p:sp>
    </p:spTree>
    <p:extLst>
      <p:ext uri="{BB962C8B-B14F-4D97-AF65-F5344CB8AC3E}">
        <p14:creationId xmlns:p14="http://schemas.microsoft.com/office/powerpoint/2010/main" val="23226843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14" name="Rectangle 3113">
            <a:extLst>
              <a:ext uri="{FF2B5EF4-FFF2-40B4-BE49-F238E27FC236}">
                <a16:creationId xmlns:a16="http://schemas.microsoft.com/office/drawing/2014/main" id="{9D3B3C7E-BC2D-4436-8B03-AC421FA667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15" name="Group 3114">
            <a:extLst>
              <a:ext uri="{FF2B5EF4-FFF2-40B4-BE49-F238E27FC236}">
                <a16:creationId xmlns:a16="http://schemas.microsoft.com/office/drawing/2014/main" id="{79B5D0C1-066E-4C02-A6B8-59FAE4A197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8" y="4240546"/>
            <a:ext cx="867485" cy="115439"/>
            <a:chOff x="8910933" y="1861308"/>
            <a:chExt cx="867485" cy="115439"/>
          </a:xfrm>
        </p:grpSpPr>
        <p:sp>
          <p:nvSpPr>
            <p:cNvPr id="3116" name="Rectangle 3115">
              <a:extLst>
                <a:ext uri="{FF2B5EF4-FFF2-40B4-BE49-F238E27FC236}">
                  <a16:creationId xmlns:a16="http://schemas.microsoft.com/office/drawing/2014/main" id="{D4386904-AFDC-449E-8D1B-906B305EBD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3102" name="Straight Connector 3101">
              <a:extLst>
                <a:ext uri="{FF2B5EF4-FFF2-40B4-BE49-F238E27FC236}">
                  <a16:creationId xmlns:a16="http://schemas.microsoft.com/office/drawing/2014/main" id="{F70778F2-11E8-428C-8324-479CA9D6FE9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03" name="Straight Connector 3102">
              <a:extLst>
                <a:ext uri="{FF2B5EF4-FFF2-40B4-BE49-F238E27FC236}">
                  <a16:creationId xmlns:a16="http://schemas.microsoft.com/office/drawing/2014/main" id="{4A0BE89E-CB2D-48BA-A8D2-533FAAAA725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useBgFill="1">
        <p:nvSpPr>
          <p:cNvPr id="3117" name="Rectangle 3116">
            <a:extLst>
              <a:ext uri="{FF2B5EF4-FFF2-40B4-BE49-F238E27FC236}">
                <a16:creationId xmlns:a16="http://schemas.microsoft.com/office/drawing/2014/main" id="{DD8EACB7-D372-470B-B76E-A829D00310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18" name="Rectangle 5">
            <a:extLst>
              <a:ext uri="{FF2B5EF4-FFF2-40B4-BE49-F238E27FC236}">
                <a16:creationId xmlns:a16="http://schemas.microsoft.com/office/drawing/2014/main" id="{FBE11A49-02A1-4D4C-9A49-CDF496B109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3900" y="723900"/>
            <a:ext cx="4614421" cy="5494694"/>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A61509-5171-56C2-7A1C-92CAD201F028}"/>
              </a:ext>
            </a:extLst>
          </p:cNvPr>
          <p:cNvSpPr>
            <a:spLocks noGrp="1"/>
          </p:cNvSpPr>
          <p:nvPr>
            <p:ph type="title"/>
          </p:nvPr>
        </p:nvSpPr>
        <p:spPr>
          <a:xfrm>
            <a:off x="1082340" y="1066800"/>
            <a:ext cx="3931320" cy="2267193"/>
          </a:xfrm>
        </p:spPr>
        <p:txBody>
          <a:bodyPr vert="horz" lIns="91440" tIns="45720" rIns="91440" bIns="45720" rtlCol="0" anchor="b">
            <a:normAutofit/>
          </a:bodyPr>
          <a:lstStyle/>
          <a:p>
            <a:pPr algn="ctr"/>
            <a:r>
              <a:rPr lang="en-US" sz="2800" kern="1200" cap="all" spc="390" baseline="0" dirty="0">
                <a:solidFill>
                  <a:schemeClr val="tx2"/>
                </a:solidFill>
                <a:latin typeface="+mj-lt"/>
                <a:ea typeface="+mj-ea"/>
                <a:cs typeface="+mj-cs"/>
              </a:rPr>
              <a:t>Zomato’s Ecosystem </a:t>
            </a:r>
          </a:p>
        </p:txBody>
      </p:sp>
      <p:pic>
        <p:nvPicPr>
          <p:cNvPr id="3074" name="Picture 2">
            <a:extLst>
              <a:ext uri="{FF2B5EF4-FFF2-40B4-BE49-F238E27FC236}">
                <a16:creationId xmlns:a16="http://schemas.microsoft.com/office/drawing/2014/main" id="{0CD8BCC7-E5D4-55C6-D4A1-3C5B20D9B71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062222" y="766286"/>
            <a:ext cx="5439657" cy="5344463"/>
          </a:xfrm>
          <a:prstGeom prst="rect">
            <a:avLst/>
          </a:prstGeom>
          <a:noFill/>
          <a:extLst>
            <a:ext uri="{909E8E84-426E-40DD-AFC4-6F175D3DCCD1}">
              <a14:hiddenFill xmlns:a14="http://schemas.microsoft.com/office/drawing/2010/main">
                <a:solidFill>
                  <a:srgbClr val="FFFFFF"/>
                </a:solidFill>
              </a14:hiddenFill>
            </a:ext>
          </a:extLst>
        </p:spPr>
      </p:pic>
      <p:grpSp>
        <p:nvGrpSpPr>
          <p:cNvPr id="3119" name="Group 3118">
            <a:extLst>
              <a:ext uri="{FF2B5EF4-FFF2-40B4-BE49-F238E27FC236}">
                <a16:creationId xmlns:a16="http://schemas.microsoft.com/office/drawing/2014/main" id="{F1732D3A-CFF0-45BE-AD79-F83D0272C6C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3871114"/>
            <a:ext cx="867485" cy="115439"/>
            <a:chOff x="8910933" y="1861308"/>
            <a:chExt cx="867485" cy="115439"/>
          </a:xfrm>
        </p:grpSpPr>
        <p:sp>
          <p:nvSpPr>
            <p:cNvPr id="3120" name="Rectangle 3119">
              <a:extLst>
                <a:ext uri="{FF2B5EF4-FFF2-40B4-BE49-F238E27FC236}">
                  <a16:creationId xmlns:a16="http://schemas.microsoft.com/office/drawing/2014/main" id="{C892F72C-7FB6-49C8-A402-D5DC42DB67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11" name="Straight Connector 3110">
              <a:extLst>
                <a:ext uri="{FF2B5EF4-FFF2-40B4-BE49-F238E27FC236}">
                  <a16:creationId xmlns:a16="http://schemas.microsoft.com/office/drawing/2014/main" id="{FC92C2E1-605F-49BD-8AC8-DC52B3015E3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12" name="Straight Connector 3111">
              <a:extLst>
                <a:ext uri="{FF2B5EF4-FFF2-40B4-BE49-F238E27FC236}">
                  <a16:creationId xmlns:a16="http://schemas.microsoft.com/office/drawing/2014/main" id="{38BE2E0F-EE6D-4748-AB8F-724D0DDC6E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200FA617-A510-8C58-07F8-E7270BFC01CE}"/>
              </a:ext>
            </a:extLst>
          </p:cNvPr>
          <p:cNvSpPr txBox="1"/>
          <p:nvPr/>
        </p:nvSpPr>
        <p:spPr>
          <a:xfrm>
            <a:off x="7175351" y="6411558"/>
            <a:ext cx="2979868" cy="369332"/>
          </a:xfrm>
          <a:prstGeom prst="rect">
            <a:avLst/>
          </a:prstGeom>
          <a:noFill/>
        </p:spPr>
        <p:txBody>
          <a:bodyPr wrap="square" rtlCol="0">
            <a:spAutoFit/>
          </a:bodyPr>
          <a:lstStyle/>
          <a:p>
            <a:pPr algn="ctr"/>
            <a:r>
              <a:rPr lang="en-IN" dirty="0"/>
              <a:t>Pal D., 2020</a:t>
            </a:r>
          </a:p>
        </p:txBody>
      </p:sp>
      <p:sp>
        <p:nvSpPr>
          <p:cNvPr id="4" name="Slide Number Placeholder 3">
            <a:extLst>
              <a:ext uri="{FF2B5EF4-FFF2-40B4-BE49-F238E27FC236}">
                <a16:creationId xmlns:a16="http://schemas.microsoft.com/office/drawing/2014/main" id="{01D9E456-683B-90A1-64F7-9A14689A88CA}"/>
              </a:ext>
            </a:extLst>
          </p:cNvPr>
          <p:cNvSpPr>
            <a:spLocks noGrp="1"/>
          </p:cNvSpPr>
          <p:nvPr>
            <p:ph type="sldNum" sz="quarter" idx="12"/>
          </p:nvPr>
        </p:nvSpPr>
        <p:spPr/>
        <p:txBody>
          <a:bodyPr/>
          <a:lstStyle/>
          <a:p>
            <a:fld id="{19590046-DA73-4BBF-84B5-C08E6F75191A}" type="slidenum">
              <a:rPr lang="en-US" smtClean="0"/>
              <a:t>4</a:t>
            </a:fld>
            <a:endParaRPr lang="en-US"/>
          </a:p>
        </p:txBody>
      </p:sp>
    </p:spTree>
    <p:extLst>
      <p:ext uri="{BB962C8B-B14F-4D97-AF65-F5344CB8AC3E}">
        <p14:creationId xmlns:p14="http://schemas.microsoft.com/office/powerpoint/2010/main" val="14543231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33C32C-0A5B-74DF-828F-99173C0C23B4}"/>
              </a:ext>
            </a:extLst>
          </p:cNvPr>
          <p:cNvSpPr>
            <a:spLocks noGrp="1"/>
          </p:cNvSpPr>
          <p:nvPr>
            <p:ph type="title"/>
          </p:nvPr>
        </p:nvSpPr>
        <p:spPr>
          <a:xfrm>
            <a:off x="1028700" y="723901"/>
            <a:ext cx="3005418" cy="567018"/>
          </a:xfrm>
        </p:spPr>
        <p:txBody>
          <a:bodyPr>
            <a:normAutofit fontScale="90000"/>
          </a:bodyPr>
          <a:lstStyle/>
          <a:p>
            <a:r>
              <a:rPr lang="en-IN" b="1" dirty="0"/>
              <a:t>Problem Statement</a:t>
            </a:r>
          </a:p>
        </p:txBody>
      </p:sp>
      <p:sp>
        <p:nvSpPr>
          <p:cNvPr id="3" name="Content Placeholder 2">
            <a:extLst>
              <a:ext uri="{FF2B5EF4-FFF2-40B4-BE49-F238E27FC236}">
                <a16:creationId xmlns:a16="http://schemas.microsoft.com/office/drawing/2014/main" id="{7B8C2C24-1BA6-1F9F-8AE9-5D4E7CD36006}"/>
              </a:ext>
            </a:extLst>
          </p:cNvPr>
          <p:cNvSpPr>
            <a:spLocks noGrp="1"/>
          </p:cNvSpPr>
          <p:nvPr>
            <p:ph idx="1"/>
          </p:nvPr>
        </p:nvSpPr>
        <p:spPr>
          <a:xfrm>
            <a:off x="1028700" y="1290919"/>
            <a:ext cx="10134600" cy="4840326"/>
          </a:xfrm>
        </p:spPr>
        <p:txBody>
          <a:bodyPr/>
          <a:lstStyle/>
          <a:p>
            <a:pPr algn="just"/>
            <a:r>
              <a:rPr lang="en-US" b="0" i="0" dirty="0">
                <a:solidFill>
                  <a:srgbClr val="16191D"/>
                </a:solidFill>
                <a:effectLst/>
                <a:latin typeface="Times New Roman" panose="02020603050405020304" pitchFamily="18" charset="0"/>
                <a:cs typeface="Times New Roman" panose="02020603050405020304" pitchFamily="18" charset="0"/>
              </a:rPr>
              <a:t>You are hired as a consultant data analyst by Zomato where the team is looking for expansion and opening more restaurants. Your task is to develop strategies/suggestions for opening newer restaurants.</a:t>
            </a:r>
          </a:p>
          <a:p>
            <a:endParaRPr lang="en-IN" dirty="0"/>
          </a:p>
        </p:txBody>
      </p:sp>
      <p:pic>
        <p:nvPicPr>
          <p:cNvPr id="5" name="Picture 4">
            <a:extLst>
              <a:ext uri="{FF2B5EF4-FFF2-40B4-BE49-F238E27FC236}">
                <a16:creationId xmlns:a16="http://schemas.microsoft.com/office/drawing/2014/main" id="{C06347C9-48C8-6B10-43A9-5071567C6F28}"/>
              </a:ext>
            </a:extLst>
          </p:cNvPr>
          <p:cNvPicPr>
            <a:picLocks noChangeAspect="1"/>
          </p:cNvPicPr>
          <p:nvPr/>
        </p:nvPicPr>
        <p:blipFill>
          <a:blip r:embed="rId2"/>
          <a:stretch>
            <a:fillRect/>
          </a:stretch>
        </p:blipFill>
        <p:spPr>
          <a:xfrm>
            <a:off x="918435" y="2420780"/>
            <a:ext cx="10355130" cy="4098356"/>
          </a:xfrm>
          <a:prstGeom prst="rect">
            <a:avLst/>
          </a:prstGeom>
        </p:spPr>
      </p:pic>
      <p:sp>
        <p:nvSpPr>
          <p:cNvPr id="6" name="Slide Number Placeholder 5">
            <a:extLst>
              <a:ext uri="{FF2B5EF4-FFF2-40B4-BE49-F238E27FC236}">
                <a16:creationId xmlns:a16="http://schemas.microsoft.com/office/drawing/2014/main" id="{76FAD0D6-D31B-E43E-2F6E-34F3C41561CF}"/>
              </a:ext>
            </a:extLst>
          </p:cNvPr>
          <p:cNvSpPr>
            <a:spLocks noGrp="1"/>
          </p:cNvSpPr>
          <p:nvPr>
            <p:ph type="sldNum" sz="quarter" idx="12"/>
          </p:nvPr>
        </p:nvSpPr>
        <p:spPr/>
        <p:txBody>
          <a:bodyPr/>
          <a:lstStyle/>
          <a:p>
            <a:fld id="{19590046-DA73-4BBF-84B5-C08E6F75191A}" type="slidenum">
              <a:rPr lang="en-US" smtClean="0"/>
              <a:t>5</a:t>
            </a:fld>
            <a:endParaRPr lang="en-US"/>
          </a:p>
        </p:txBody>
      </p:sp>
    </p:spTree>
    <p:extLst>
      <p:ext uri="{BB962C8B-B14F-4D97-AF65-F5344CB8AC3E}">
        <p14:creationId xmlns:p14="http://schemas.microsoft.com/office/powerpoint/2010/main" val="3298305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7B22176A-41DB-4D9A-9B6F-F2296F1E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74A8DF5-445E-49C5-B10A-8DF5FEFBC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9A4E38D9-EFB8-40B5-B42B-514FBF180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525AEE-1152-E320-CB91-FFF933F4F82B}"/>
              </a:ext>
            </a:extLst>
          </p:cNvPr>
          <p:cNvSpPr>
            <a:spLocks noGrp="1"/>
          </p:cNvSpPr>
          <p:nvPr>
            <p:ph type="title"/>
          </p:nvPr>
        </p:nvSpPr>
        <p:spPr>
          <a:xfrm>
            <a:off x="1028701" y="963919"/>
            <a:ext cx="10134600" cy="1036994"/>
          </a:xfrm>
        </p:spPr>
        <p:txBody>
          <a:bodyPr anchor="b">
            <a:normAutofit/>
          </a:bodyPr>
          <a:lstStyle/>
          <a:p>
            <a:pPr algn="ctr"/>
            <a:r>
              <a:rPr lang="en-IN" b="1" dirty="0"/>
              <a:t>PRIMARY OBJECTIVES</a:t>
            </a:r>
          </a:p>
        </p:txBody>
      </p:sp>
      <p:sp>
        <p:nvSpPr>
          <p:cNvPr id="4" name="Slide Number Placeholder 3">
            <a:extLst>
              <a:ext uri="{FF2B5EF4-FFF2-40B4-BE49-F238E27FC236}">
                <a16:creationId xmlns:a16="http://schemas.microsoft.com/office/drawing/2014/main" id="{9240ACA8-13BC-DD1A-B141-7AB02FA287B6}"/>
              </a:ext>
            </a:extLst>
          </p:cNvPr>
          <p:cNvSpPr>
            <a:spLocks noGrp="1"/>
          </p:cNvSpPr>
          <p:nvPr>
            <p:ph type="sldNum" sz="quarter" idx="12"/>
          </p:nvPr>
        </p:nvSpPr>
        <p:spPr>
          <a:xfrm>
            <a:off x="11394765" y="6245032"/>
            <a:ext cx="524491" cy="365125"/>
          </a:xfrm>
        </p:spPr>
        <p:txBody>
          <a:bodyPr>
            <a:normAutofit/>
          </a:bodyPr>
          <a:lstStyle/>
          <a:p>
            <a:pPr>
              <a:spcAft>
                <a:spcPts val="600"/>
              </a:spcAft>
            </a:pPr>
            <a:fld id="{19590046-DA73-4BBF-84B5-C08E6F75191A}" type="slidenum">
              <a:rPr lang="en-US" smtClean="0"/>
              <a:pPr>
                <a:spcAft>
                  <a:spcPts val="600"/>
                </a:spcAft>
              </a:pPr>
              <a:t>6</a:t>
            </a:fld>
            <a:endParaRPr lang="en-US"/>
          </a:p>
        </p:txBody>
      </p:sp>
      <p:grpSp>
        <p:nvGrpSpPr>
          <p:cNvPr id="25" name="Group 24">
            <a:extLst>
              <a:ext uri="{FF2B5EF4-FFF2-40B4-BE49-F238E27FC236}">
                <a16:creationId xmlns:a16="http://schemas.microsoft.com/office/drawing/2014/main" id="{D87FFE71-34DC-4C53-AE0F-6B141D081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62257" y="2169459"/>
            <a:ext cx="867485" cy="115439"/>
            <a:chOff x="8910933" y="1861308"/>
            <a:chExt cx="867485" cy="115439"/>
          </a:xfrm>
        </p:grpSpPr>
        <p:sp>
          <p:nvSpPr>
            <p:cNvPr id="26" name="Rectangle 25">
              <a:extLst>
                <a:ext uri="{FF2B5EF4-FFF2-40B4-BE49-F238E27FC236}">
                  <a16:creationId xmlns:a16="http://schemas.microsoft.com/office/drawing/2014/main" id="{37DF92F1-0E20-46AC-BB8F-F66926B40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7" name="Straight Connector 26">
              <a:extLst>
                <a:ext uri="{FF2B5EF4-FFF2-40B4-BE49-F238E27FC236}">
                  <a16:creationId xmlns:a16="http://schemas.microsoft.com/office/drawing/2014/main" id="{FFA14CB4-8459-4D23-B4FF-8F9868E3FC9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A0C763F-37C4-4E00-AEB2-8867F4AA25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graphicFrame>
        <p:nvGraphicFramePr>
          <p:cNvPr id="6" name="Content Placeholder 2">
            <a:extLst>
              <a:ext uri="{FF2B5EF4-FFF2-40B4-BE49-F238E27FC236}">
                <a16:creationId xmlns:a16="http://schemas.microsoft.com/office/drawing/2014/main" id="{5CC49532-4FF8-3EC4-61A6-BFD803182631}"/>
              </a:ext>
            </a:extLst>
          </p:cNvPr>
          <p:cNvGraphicFramePr>
            <a:graphicFrameLocks noGrp="1"/>
          </p:cNvGraphicFramePr>
          <p:nvPr>
            <p:ph idx="1"/>
            <p:extLst>
              <p:ext uri="{D42A27DB-BD31-4B8C-83A1-F6EECF244321}">
                <p14:modId xmlns:p14="http://schemas.microsoft.com/office/powerpoint/2010/main" val="2553530159"/>
              </p:ext>
            </p:extLst>
          </p:nvPr>
        </p:nvGraphicFramePr>
        <p:xfrm>
          <a:off x="1028700" y="2749258"/>
          <a:ext cx="10134600" cy="33381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63858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7B4854C3-58CC-4A2C-B4CA-926819F0C2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5">
            <a:extLst>
              <a:ext uri="{FF2B5EF4-FFF2-40B4-BE49-F238E27FC236}">
                <a16:creationId xmlns:a16="http://schemas.microsoft.com/office/drawing/2014/main" id="{FA7B9933-15AE-4ACB-B091-21C9F38533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8700" y="1028700"/>
            <a:ext cx="4038600" cy="484107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6096000 w 6096000"/>
              <a:gd name="connsiteY2" fmla="*/ 6858000 h 6858000"/>
              <a:gd name="connsiteX3" fmla="*/ 3058886 w 6096000"/>
              <a:gd name="connsiteY3" fmla="*/ 6858000 h 6858000"/>
              <a:gd name="connsiteX4" fmla="*/ 0 w 6096000"/>
              <a:gd name="connsiteY4" fmla="*/ 6858000 h 6858000"/>
              <a:gd name="connsiteX5" fmla="*/ 0 w 6096000"/>
              <a:gd name="connsiteY5" fmla="*/ 0 h 6858000"/>
              <a:gd name="connsiteX0" fmla="*/ 0 w 6096000"/>
              <a:gd name="connsiteY0" fmla="*/ 0 h 6858000"/>
              <a:gd name="connsiteX1" fmla="*/ 6096000 w 6096000"/>
              <a:gd name="connsiteY1" fmla="*/ 0 h 6858000"/>
              <a:gd name="connsiteX2" fmla="*/ 6096000 w 6096000"/>
              <a:gd name="connsiteY2" fmla="*/ 6858000 h 6858000"/>
              <a:gd name="connsiteX3" fmla="*/ 3037115 w 6096000"/>
              <a:gd name="connsiteY3" fmla="*/ 5889172 h 6858000"/>
              <a:gd name="connsiteX4" fmla="*/ 0 w 6096000"/>
              <a:gd name="connsiteY4" fmla="*/ 6858000 h 6858000"/>
              <a:gd name="connsiteX5" fmla="*/ 0 w 6096000"/>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96000" h="6858000">
                <a:moveTo>
                  <a:pt x="0" y="0"/>
                </a:moveTo>
                <a:lnTo>
                  <a:pt x="6096000" y="0"/>
                </a:lnTo>
                <a:lnTo>
                  <a:pt x="6096000" y="6858000"/>
                </a:lnTo>
                <a:lnTo>
                  <a:pt x="3037115" y="5889172"/>
                </a:lnTo>
                <a:lnTo>
                  <a:pt x="0" y="685800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DE57BB50-0A5D-4AD7-87AB-5904B788BC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614258" y="4550150"/>
            <a:ext cx="867485" cy="115439"/>
            <a:chOff x="8910933" y="1861308"/>
            <a:chExt cx="867485" cy="115439"/>
          </a:xfrm>
        </p:grpSpPr>
        <p:sp>
          <p:nvSpPr>
            <p:cNvPr id="13" name="Rectangle 12">
              <a:extLst>
                <a:ext uri="{FF2B5EF4-FFF2-40B4-BE49-F238E27FC236}">
                  <a16:creationId xmlns:a16="http://schemas.microsoft.com/office/drawing/2014/main" id="{1CD5E7CE-8430-4ED8-87F2-AF5C660CF2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D4A1AC28-5B9C-4D41-95E9-675EDF3F4B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E446F29-8D76-46EF-B0AF-41066F65AA7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934DE33A-374F-75DA-8C05-27A5F86FFF00}"/>
              </a:ext>
            </a:extLst>
          </p:cNvPr>
          <p:cNvSpPr>
            <a:spLocks noGrp="1"/>
          </p:cNvSpPr>
          <p:nvPr>
            <p:ph type="title"/>
          </p:nvPr>
        </p:nvSpPr>
        <p:spPr>
          <a:xfrm>
            <a:off x="1411357" y="1351429"/>
            <a:ext cx="3369365" cy="2871320"/>
          </a:xfrm>
        </p:spPr>
        <p:txBody>
          <a:bodyPr anchor="ctr">
            <a:normAutofit/>
          </a:bodyPr>
          <a:lstStyle/>
          <a:p>
            <a:pPr algn="ctr"/>
            <a:r>
              <a:rPr lang="en-IN" sz="2800" dirty="0">
                <a:latin typeface="Times New Roman" panose="02020603050405020304" pitchFamily="18" charset="0"/>
                <a:cs typeface="Times New Roman" panose="02020603050405020304" pitchFamily="18" charset="0"/>
              </a:rPr>
              <a:t>DATA OVERVIEW</a:t>
            </a:r>
          </a:p>
        </p:txBody>
      </p:sp>
      <p:sp>
        <p:nvSpPr>
          <p:cNvPr id="3" name="Content Placeholder 2">
            <a:extLst>
              <a:ext uri="{FF2B5EF4-FFF2-40B4-BE49-F238E27FC236}">
                <a16:creationId xmlns:a16="http://schemas.microsoft.com/office/drawing/2014/main" id="{A8A1178E-1AEE-4932-48E4-FCC470E384B4}"/>
              </a:ext>
            </a:extLst>
          </p:cNvPr>
          <p:cNvSpPr>
            <a:spLocks noGrp="1"/>
          </p:cNvSpPr>
          <p:nvPr>
            <p:ph idx="1"/>
          </p:nvPr>
        </p:nvSpPr>
        <p:spPr>
          <a:xfrm>
            <a:off x="5919019" y="723900"/>
            <a:ext cx="5456904" cy="5410200"/>
          </a:xfrm>
        </p:spPr>
        <p:txBody>
          <a:bodyPr numCol="2" anchor="ctr">
            <a:normAutofit/>
          </a:bodyPr>
          <a:lstStyle/>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The data given consists, name of the restaurants over country like Australia, China, India, Indonesia, South Africa, Qatar, Sri Lanka, UK, USA, New Zealand, Singapore, Canada, etc.</a:t>
            </a:r>
          </a:p>
          <a:p>
            <a:pPr marL="285750" indent="-285750" algn="just">
              <a:buFont typeface="Arial" panose="020B0604020202020204" pitchFamily="34" charset="0"/>
              <a:buChar char="•"/>
            </a:pPr>
            <a:r>
              <a:rPr lang="en-IN" sz="1400" b="1" dirty="0">
                <a:latin typeface="Times New Roman" panose="02020603050405020304" pitchFamily="18" charset="0"/>
                <a:cs typeface="Times New Roman" panose="02020603050405020304" pitchFamily="18" charset="0"/>
              </a:rPr>
              <a:t>Data Cleaning and processing:</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During the data cleaning, Sort &amp; filter was used to filter out the duplicates and blanks were removed. No further data cleaning was required.</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While observing the data, it can be seen that from the overview detailed information is given about the restaurants, its ratings, address, etc.</a:t>
            </a:r>
          </a:p>
          <a:p>
            <a:pPr marL="285750" indent="-285750" algn="just">
              <a:buFont typeface="Arial" panose="020B0604020202020204" pitchFamily="34" charset="0"/>
              <a:buChar char="•"/>
            </a:pPr>
            <a:r>
              <a:rPr lang="en-IN" sz="1400" dirty="0">
                <a:latin typeface="Times New Roman" panose="02020603050405020304" pitchFamily="18" charset="0"/>
                <a:cs typeface="Times New Roman" panose="02020603050405020304" pitchFamily="18" charset="0"/>
              </a:rPr>
              <a:t>This dataset gives the deep understanding of the Zomato’s visions.</a:t>
            </a:r>
          </a:p>
          <a:p>
            <a:pPr marL="560070" lvl="1" indent="-285750" algn="just"/>
            <a:r>
              <a:rPr lang="en-IN" sz="1400" dirty="0">
                <a:latin typeface="Times New Roman" panose="02020603050405020304" pitchFamily="18" charset="0"/>
                <a:cs typeface="Times New Roman" panose="02020603050405020304" pitchFamily="18" charset="0"/>
              </a:rPr>
              <a:t>By comparing the different attributes we can get a clear picture of Zomato’s strategy of opening new restaurants in new country.</a:t>
            </a:r>
          </a:p>
          <a:p>
            <a:pPr marL="285750" indent="-285750" algn="just">
              <a:buFont typeface="Arial" panose="020B0604020202020204" pitchFamily="34" charset="0"/>
              <a:buChar char="•"/>
            </a:pPr>
            <a:endParaRPr lang="en-IN" sz="1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56CA703-647F-F7B1-ED9A-E8459B6B542A}"/>
              </a:ext>
            </a:extLst>
          </p:cNvPr>
          <p:cNvSpPr>
            <a:spLocks noGrp="1"/>
          </p:cNvSpPr>
          <p:nvPr>
            <p:ph type="sldNum" sz="quarter" idx="12"/>
          </p:nvPr>
        </p:nvSpPr>
        <p:spPr/>
        <p:txBody>
          <a:bodyPr/>
          <a:lstStyle/>
          <a:p>
            <a:fld id="{19590046-DA73-4BBF-84B5-C08E6F75191A}" type="slidenum">
              <a:rPr lang="en-US" smtClean="0"/>
              <a:t>7</a:t>
            </a:fld>
            <a:endParaRPr lang="en-US"/>
          </a:p>
        </p:txBody>
      </p:sp>
    </p:spTree>
    <p:extLst>
      <p:ext uri="{BB962C8B-B14F-4D97-AF65-F5344CB8AC3E}">
        <p14:creationId xmlns:p14="http://schemas.microsoft.com/office/powerpoint/2010/main" val="579087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97F34F9-F7CE-4D62-8F8B-2E98B03947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1AEC8AF-1896-43A9-BF10-CE06FD254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1E199BD9-A6EE-4972-BFB5-2AAE28288C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19"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690FAC3-5A95-6627-074C-778D4CE7285E}"/>
              </a:ext>
            </a:extLst>
          </p:cNvPr>
          <p:cNvSpPr>
            <a:spLocks noGrp="1"/>
          </p:cNvSpPr>
          <p:nvPr>
            <p:ph type="title"/>
          </p:nvPr>
        </p:nvSpPr>
        <p:spPr>
          <a:xfrm>
            <a:off x="1324533" y="1066798"/>
            <a:ext cx="3301255" cy="2668172"/>
          </a:xfrm>
        </p:spPr>
        <p:txBody>
          <a:bodyPr anchor="b">
            <a:normAutofit/>
          </a:bodyPr>
          <a:lstStyle/>
          <a:p>
            <a:pPr algn="ctr"/>
            <a:r>
              <a:rPr lang="en-IN" dirty="0"/>
              <a:t>Analytical Approach and Tools</a:t>
            </a:r>
          </a:p>
        </p:txBody>
      </p:sp>
      <p:graphicFrame>
        <p:nvGraphicFramePr>
          <p:cNvPr id="33" name="Content Placeholder 2">
            <a:extLst>
              <a:ext uri="{FF2B5EF4-FFF2-40B4-BE49-F238E27FC236}">
                <a16:creationId xmlns:a16="http://schemas.microsoft.com/office/drawing/2014/main" id="{ABC55540-6AF4-5A7F-87E3-085864D0BA4B}"/>
              </a:ext>
            </a:extLst>
          </p:cNvPr>
          <p:cNvGraphicFramePr>
            <a:graphicFrameLocks noGrp="1"/>
          </p:cNvGraphicFramePr>
          <p:nvPr>
            <p:ph idx="1"/>
            <p:extLst>
              <p:ext uri="{D42A27DB-BD31-4B8C-83A1-F6EECF244321}">
                <p14:modId xmlns:p14="http://schemas.microsoft.com/office/powerpoint/2010/main" val="3780843259"/>
              </p:ext>
            </p:extLst>
          </p:nvPr>
        </p:nvGraphicFramePr>
        <p:xfrm>
          <a:off x="5952974" y="1066799"/>
          <a:ext cx="5172227" cy="469649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28" name="Group 27">
            <a:extLst>
              <a:ext uri="{FF2B5EF4-FFF2-40B4-BE49-F238E27FC236}">
                <a16:creationId xmlns:a16="http://schemas.microsoft.com/office/drawing/2014/main" id="{1148C992-36DE-4449-B92D-49AE04B5DE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41417" y="4244117"/>
            <a:ext cx="867485" cy="115439"/>
            <a:chOff x="8910933" y="1861308"/>
            <a:chExt cx="867485" cy="115439"/>
          </a:xfrm>
        </p:grpSpPr>
        <p:sp>
          <p:nvSpPr>
            <p:cNvPr id="29" name="Rectangle 28">
              <a:extLst>
                <a:ext uri="{FF2B5EF4-FFF2-40B4-BE49-F238E27FC236}">
                  <a16:creationId xmlns:a16="http://schemas.microsoft.com/office/drawing/2014/main" id="{D765B2C1-DF41-437F-9F2D-C33E46FA26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B6AA37ED-ED19-4857-9B2C-777E8F707C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45F6E87-86FB-440C-9EB4-A48D11C72C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3" name="Slide Number Placeholder 2">
            <a:extLst>
              <a:ext uri="{FF2B5EF4-FFF2-40B4-BE49-F238E27FC236}">
                <a16:creationId xmlns:a16="http://schemas.microsoft.com/office/drawing/2014/main" id="{451853E9-51B8-1A59-978A-94FE5843A035}"/>
              </a:ext>
            </a:extLst>
          </p:cNvPr>
          <p:cNvSpPr>
            <a:spLocks noGrp="1"/>
          </p:cNvSpPr>
          <p:nvPr>
            <p:ph type="sldNum" sz="quarter" idx="12"/>
          </p:nvPr>
        </p:nvSpPr>
        <p:spPr/>
        <p:txBody>
          <a:bodyPr/>
          <a:lstStyle/>
          <a:p>
            <a:fld id="{19590046-DA73-4BBF-84B5-C08E6F75191A}" type="slidenum">
              <a:rPr lang="en-US" smtClean="0"/>
              <a:t>8</a:t>
            </a:fld>
            <a:endParaRPr lang="en-US"/>
          </a:p>
        </p:txBody>
      </p:sp>
    </p:spTree>
    <p:extLst>
      <p:ext uri="{BB962C8B-B14F-4D97-AF65-F5344CB8AC3E}">
        <p14:creationId xmlns:p14="http://schemas.microsoft.com/office/powerpoint/2010/main" val="15290947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58E38A4-F699-490C-8D1F-E8AD332D9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939C6AAB-48AC-41A3-95C2-6BF83715D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F6EE861B-7D2F-4B7C-A6E3-5937E81B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081" y="159026"/>
            <a:ext cx="11886519"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F876F2E-5B3C-EA60-495A-4E5CB87E4E34}"/>
              </a:ext>
            </a:extLst>
          </p:cNvPr>
          <p:cNvSpPr>
            <a:spLocks noGrp="1"/>
          </p:cNvSpPr>
          <p:nvPr>
            <p:ph type="title"/>
          </p:nvPr>
        </p:nvSpPr>
        <p:spPr>
          <a:xfrm>
            <a:off x="1110314" y="723901"/>
            <a:ext cx="5836920" cy="1288884"/>
          </a:xfrm>
        </p:spPr>
        <p:txBody>
          <a:bodyPr vert="horz" lIns="91440" tIns="45720" rIns="91440" bIns="45720" rtlCol="0" anchor="b">
            <a:normAutofit/>
          </a:bodyPr>
          <a:lstStyle/>
          <a:p>
            <a:pPr algn="ctr"/>
            <a:r>
              <a:rPr lang="en-US" b="1" dirty="0"/>
              <a:t>NUMBER OF RESTAURANTS OPENED IN COUNTRIES</a:t>
            </a:r>
          </a:p>
        </p:txBody>
      </p:sp>
      <p:sp>
        <p:nvSpPr>
          <p:cNvPr id="5" name="TextBox 4">
            <a:extLst>
              <a:ext uri="{FF2B5EF4-FFF2-40B4-BE49-F238E27FC236}">
                <a16:creationId xmlns:a16="http://schemas.microsoft.com/office/drawing/2014/main" id="{043B1FE4-4B9C-332E-3BB2-060F43E597B1}"/>
              </a:ext>
            </a:extLst>
          </p:cNvPr>
          <p:cNvSpPr txBox="1"/>
          <p:nvPr/>
        </p:nvSpPr>
        <p:spPr>
          <a:xfrm>
            <a:off x="1266529" y="2732545"/>
            <a:ext cx="5384169" cy="3232826"/>
          </a:xfrm>
          <a:prstGeom prst="rect">
            <a:avLst/>
          </a:prstGeom>
        </p:spPr>
        <p:txBody>
          <a:bodyPr vert="horz" lIns="91440" tIns="45720" rIns="91440" bIns="45720" rtlCol="0" anchor="t">
            <a:normAutofit/>
          </a:bodyPr>
          <a:lstStyle/>
          <a:p>
            <a:pPr algn="ctr" defTabSz="914400">
              <a:spcAft>
                <a:spcPts val="600"/>
              </a:spcAft>
            </a:pPr>
            <a:r>
              <a:rPr lang="en-US" sz="1500" b="1" dirty="0">
                <a:solidFill>
                  <a:schemeClr val="tx2"/>
                </a:solidFill>
                <a:latin typeface="Times New Roman" panose="02020603050405020304" pitchFamily="18" charset="0"/>
                <a:cs typeface="Times New Roman" panose="02020603050405020304" pitchFamily="18" charset="0"/>
              </a:rPr>
              <a:t>Insight</a:t>
            </a:r>
            <a:r>
              <a:rPr lang="en-US" sz="1500" dirty="0">
                <a:solidFill>
                  <a:schemeClr val="tx2"/>
                </a:solidFill>
                <a:latin typeface="Times New Roman" panose="02020603050405020304" pitchFamily="18" charset="0"/>
                <a:cs typeface="Times New Roman" panose="02020603050405020304" pitchFamily="18" charset="0"/>
              </a:rPr>
              <a:t>: India dominates with 8,652 restaurants, reflecting its vast and diverse market, while the United States (425) and the United Kingdom (80) represent significant but smaller opportunities in mature markets. Emerging markets like the UAE, Brazil, South Africa (60 each), and Turkey (34) show growth potential, whereas countries like Canada (4), Indonesia (21), and Australia (24) remain underrepresented but promising</a:t>
            </a:r>
          </a:p>
          <a:p>
            <a:pPr algn="ctr" defTabSz="914400">
              <a:spcAft>
                <a:spcPts val="600"/>
              </a:spcAft>
            </a:pPr>
            <a:r>
              <a:rPr lang="en-US" sz="1500" b="1" dirty="0">
                <a:solidFill>
                  <a:schemeClr val="tx2"/>
                </a:solidFill>
                <a:latin typeface="Times New Roman" panose="02020603050405020304" pitchFamily="18" charset="0"/>
                <a:cs typeface="Times New Roman" panose="02020603050405020304" pitchFamily="18" charset="0"/>
              </a:rPr>
              <a:t>Recommendation</a:t>
            </a:r>
            <a:r>
              <a:rPr lang="en-US" sz="1500" dirty="0">
                <a:solidFill>
                  <a:schemeClr val="tx2"/>
                </a:solidFill>
                <a:latin typeface="Times New Roman" panose="02020603050405020304" pitchFamily="18" charset="0"/>
                <a:cs typeface="Times New Roman" panose="02020603050405020304" pitchFamily="18" charset="0"/>
              </a:rPr>
              <a:t>: Focus on regional diversity and affordability in India, expand localized and high-quality offerings in the US and UK, and target upscale international cuisines in the UAE, Brazil, and South Africa. For smaller markets like Canada, Indonesia, and Australia, pilot niche concepts tailored to local preferences, such as modern Australian cuisine or affordable fusion dining.</a:t>
            </a:r>
          </a:p>
        </p:txBody>
      </p:sp>
      <p:pic>
        <p:nvPicPr>
          <p:cNvPr id="10" name="Content Placeholder 9">
            <a:extLst>
              <a:ext uri="{FF2B5EF4-FFF2-40B4-BE49-F238E27FC236}">
                <a16:creationId xmlns:a16="http://schemas.microsoft.com/office/drawing/2014/main" id="{D4D9576C-F3CD-4201-D3B7-5AE8E3BFAC20}"/>
              </a:ext>
            </a:extLst>
          </p:cNvPr>
          <p:cNvPicPr>
            <a:picLocks noGrp="1" noChangeAspect="1"/>
          </p:cNvPicPr>
          <p:nvPr>
            <p:ph idx="1"/>
          </p:nvPr>
        </p:nvPicPr>
        <p:blipFill>
          <a:blip r:embed="rId2">
            <a:alphaModFix/>
          </a:blip>
          <a:stretch>
            <a:fillRect/>
          </a:stretch>
        </p:blipFill>
        <p:spPr>
          <a:xfrm>
            <a:off x="7741238" y="1828801"/>
            <a:ext cx="4178017" cy="3646840"/>
          </a:xfrm>
          <a:prstGeom prst="rect">
            <a:avLst/>
          </a:prstGeom>
        </p:spPr>
      </p:pic>
      <p:sp>
        <p:nvSpPr>
          <p:cNvPr id="3" name="Slide Number Placeholder 2">
            <a:extLst>
              <a:ext uri="{FF2B5EF4-FFF2-40B4-BE49-F238E27FC236}">
                <a16:creationId xmlns:a16="http://schemas.microsoft.com/office/drawing/2014/main" id="{17922880-8257-1361-474F-4FD19741ABFB}"/>
              </a:ext>
            </a:extLst>
          </p:cNvPr>
          <p:cNvSpPr>
            <a:spLocks noGrp="1"/>
          </p:cNvSpPr>
          <p:nvPr>
            <p:ph type="sldNum" sz="quarter" idx="12"/>
          </p:nvPr>
        </p:nvSpPr>
        <p:spPr>
          <a:xfrm>
            <a:off x="11394765" y="6245032"/>
            <a:ext cx="524491" cy="365125"/>
          </a:xfrm>
        </p:spPr>
        <p:txBody>
          <a:bodyPr vert="horz" lIns="91440" tIns="45720" rIns="91440" bIns="45720" rtlCol="0" anchor="ctr">
            <a:normAutofit/>
          </a:bodyPr>
          <a:lstStyle/>
          <a:p>
            <a:pPr defTabSz="914400">
              <a:spcAft>
                <a:spcPts val="600"/>
              </a:spcAft>
            </a:pPr>
            <a:fld id="{19590046-DA73-4BBF-84B5-C08E6F75191A}" type="slidenum">
              <a:rPr lang="en-US" smtClean="0"/>
              <a:pPr defTabSz="914400">
                <a:spcAft>
                  <a:spcPts val="600"/>
                </a:spcAft>
              </a:pPr>
              <a:t>9</a:t>
            </a:fld>
            <a:endParaRPr lang="en-US"/>
          </a:p>
        </p:txBody>
      </p:sp>
      <p:grpSp>
        <p:nvGrpSpPr>
          <p:cNvPr id="21" name="Group 20">
            <a:extLst>
              <a:ext uri="{FF2B5EF4-FFF2-40B4-BE49-F238E27FC236}">
                <a16:creationId xmlns:a16="http://schemas.microsoft.com/office/drawing/2014/main" id="{073091F1-AA5A-47C6-9502-D5870A72D5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3418" y="2320171"/>
            <a:ext cx="867485" cy="115439"/>
            <a:chOff x="8910933" y="1861308"/>
            <a:chExt cx="867485" cy="115439"/>
          </a:xfrm>
        </p:grpSpPr>
        <p:sp>
          <p:nvSpPr>
            <p:cNvPr id="22" name="Rectangle 21">
              <a:extLst>
                <a:ext uri="{FF2B5EF4-FFF2-40B4-BE49-F238E27FC236}">
                  <a16:creationId xmlns:a16="http://schemas.microsoft.com/office/drawing/2014/main" id="{8085C4F7-6E91-4DF6-BB01-A46132BC3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3" name="Straight Connector 22">
              <a:extLst>
                <a:ext uri="{FF2B5EF4-FFF2-40B4-BE49-F238E27FC236}">
                  <a16:creationId xmlns:a16="http://schemas.microsoft.com/office/drawing/2014/main" id="{25476588-B9AD-4662-A085-8E4D91493B3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CDB34B3-D348-476E-BE7F-1139370F43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412419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5AE1B-191D-720C-DBD5-297063C71BA2}"/>
              </a:ext>
            </a:extLst>
          </p:cNvPr>
          <p:cNvSpPr>
            <a:spLocks noGrp="1"/>
          </p:cNvSpPr>
          <p:nvPr>
            <p:ph type="title"/>
          </p:nvPr>
        </p:nvSpPr>
        <p:spPr>
          <a:xfrm>
            <a:off x="1028700" y="502419"/>
            <a:ext cx="10134600" cy="432078"/>
          </a:xfrm>
        </p:spPr>
        <p:txBody>
          <a:bodyPr>
            <a:normAutofit fontScale="90000"/>
          </a:bodyPr>
          <a:lstStyle/>
          <a:p>
            <a:pPr algn="ctr"/>
            <a:r>
              <a:rPr lang="en-US" sz="2800" b="1" dirty="0">
                <a:latin typeface="Times New Roman" panose="02020603050405020304" pitchFamily="18" charset="0"/>
                <a:cs typeface="Times New Roman" panose="02020603050405020304" pitchFamily="18" charset="0"/>
              </a:rPr>
              <a:t>Number of restaurants opened each year in selected countries</a:t>
            </a:r>
            <a:endParaRPr lang="en-IN" sz="2800" b="1"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091D78CB-DD95-997F-5767-C3464F14F2AA}"/>
              </a:ext>
            </a:extLst>
          </p:cNvPr>
          <p:cNvSpPr txBox="1"/>
          <p:nvPr/>
        </p:nvSpPr>
        <p:spPr>
          <a:xfrm>
            <a:off x="6913266" y="1426866"/>
            <a:ext cx="4914566" cy="3662541"/>
          </a:xfrm>
          <a:prstGeom prst="rect">
            <a:avLst/>
          </a:prstGeom>
          <a:noFill/>
        </p:spPr>
        <p:txBody>
          <a:bodyPr wrap="square" rtlCol="0">
            <a:spAutoFit/>
          </a:bodyPr>
          <a:lstStyle/>
          <a:p>
            <a:pPr algn="just"/>
            <a:r>
              <a:rPr lang="en-IN" dirty="0">
                <a:latin typeface="Times New Roman" panose="02020603050405020304" pitchFamily="18" charset="0"/>
                <a:cs typeface="Times New Roman" panose="02020603050405020304" pitchFamily="18" charset="0"/>
              </a:rPr>
              <a:t>Insights:</a:t>
            </a:r>
          </a:p>
          <a:p>
            <a:pPr algn="just"/>
            <a:r>
              <a:rPr lang="en-US" sz="1400" dirty="0">
                <a:latin typeface="Times New Roman" panose="02020603050405020304" pitchFamily="18" charset="0"/>
                <a:cs typeface="Times New Roman" panose="02020603050405020304" pitchFamily="18" charset="0"/>
              </a:rPr>
              <a:t>Australia had the highest number of openings (24), showing consistent growth. Indonesia and Qatar were strong performers with 21 and 20 openings, respectively, indicating significant market opportunities. Canada had the fewest openings (4), suggesting it may be a challenging market. The peak year was 2013 with 16 openings, driven by growth in Australia, Sri Lanka, and Qatar. 2017 saw the lowest activity (5 openings), pointing to potential operational or market challenges</a:t>
            </a:r>
          </a:p>
          <a:p>
            <a:pPr algn="just"/>
            <a:endParaRPr lang="en-US" sz="1400" dirty="0">
              <a:latin typeface="Times New Roman" panose="02020603050405020304" pitchFamily="18" charset="0"/>
              <a:cs typeface="Times New Roman" panose="02020603050405020304" pitchFamily="18" charset="0"/>
            </a:endParaRPr>
          </a:p>
          <a:p>
            <a:pPr algn="just"/>
            <a:r>
              <a:rPr lang="en-US" sz="1400" dirty="0">
                <a:latin typeface="Times New Roman" panose="02020603050405020304" pitchFamily="18" charset="0"/>
                <a:cs typeface="Times New Roman" panose="02020603050405020304" pitchFamily="18" charset="0"/>
              </a:rPr>
              <a:t>Recommendation:</a:t>
            </a:r>
          </a:p>
          <a:p>
            <a:pPr algn="just"/>
            <a:r>
              <a:rPr lang="en-US" sz="1400" dirty="0">
                <a:latin typeface="Times New Roman" panose="02020603050405020304" pitchFamily="18" charset="0"/>
                <a:cs typeface="Times New Roman" panose="02020603050405020304" pitchFamily="18" charset="0"/>
              </a:rPr>
              <a:t>Focus on expanding further in Australia, Indonesia, and Qatar to capitalize on high growth. Reassess strategies for Canada to address barriers to market entry or growth. Investigate the reasons for the decline in 2017 to avoid future dips in openings.</a:t>
            </a:r>
          </a:p>
          <a:p>
            <a:pPr algn="just"/>
            <a:endParaRPr lang="en-IN" dirty="0"/>
          </a:p>
        </p:txBody>
      </p:sp>
      <p:sp>
        <p:nvSpPr>
          <p:cNvPr id="3" name="Slide Number Placeholder 2">
            <a:extLst>
              <a:ext uri="{FF2B5EF4-FFF2-40B4-BE49-F238E27FC236}">
                <a16:creationId xmlns:a16="http://schemas.microsoft.com/office/drawing/2014/main" id="{DA7DFE7E-59C8-DAEF-7E71-697B78C97D6A}"/>
              </a:ext>
            </a:extLst>
          </p:cNvPr>
          <p:cNvSpPr>
            <a:spLocks noGrp="1"/>
          </p:cNvSpPr>
          <p:nvPr>
            <p:ph type="sldNum" sz="quarter" idx="12"/>
          </p:nvPr>
        </p:nvSpPr>
        <p:spPr/>
        <p:txBody>
          <a:bodyPr/>
          <a:lstStyle/>
          <a:p>
            <a:fld id="{19590046-DA73-4BBF-84B5-C08E6F75191A}" type="slidenum">
              <a:rPr lang="en-US" smtClean="0"/>
              <a:t>10</a:t>
            </a:fld>
            <a:endParaRPr lang="en-US"/>
          </a:p>
        </p:txBody>
      </p:sp>
      <p:pic>
        <p:nvPicPr>
          <p:cNvPr id="9" name="Content Placeholder 8">
            <a:extLst>
              <a:ext uri="{FF2B5EF4-FFF2-40B4-BE49-F238E27FC236}">
                <a16:creationId xmlns:a16="http://schemas.microsoft.com/office/drawing/2014/main" id="{FA483409-25AA-B255-74F2-345F8AD7B493}"/>
              </a:ext>
            </a:extLst>
          </p:cNvPr>
          <p:cNvPicPr>
            <a:picLocks noGrp="1" noChangeAspect="1"/>
          </p:cNvPicPr>
          <p:nvPr>
            <p:ph idx="1"/>
          </p:nvPr>
        </p:nvPicPr>
        <p:blipFill>
          <a:blip r:embed="rId2"/>
          <a:stretch>
            <a:fillRect/>
          </a:stretch>
        </p:blipFill>
        <p:spPr>
          <a:xfrm>
            <a:off x="699247" y="2353031"/>
            <a:ext cx="5396753" cy="2803131"/>
          </a:xfrm>
        </p:spPr>
      </p:pic>
    </p:spTree>
    <p:extLst>
      <p:ext uri="{BB962C8B-B14F-4D97-AF65-F5344CB8AC3E}">
        <p14:creationId xmlns:p14="http://schemas.microsoft.com/office/powerpoint/2010/main" val="2480963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9230FC-E75A-D6D6-26F5-C813229D25BC}"/>
              </a:ext>
            </a:extLst>
          </p:cNvPr>
          <p:cNvSpPr>
            <a:spLocks noGrp="1"/>
          </p:cNvSpPr>
          <p:nvPr>
            <p:ph idx="1"/>
          </p:nvPr>
        </p:nvSpPr>
        <p:spPr>
          <a:xfrm>
            <a:off x="265471" y="393290"/>
            <a:ext cx="11395587" cy="6204155"/>
          </a:xfrm>
        </p:spPr>
        <p:txBody>
          <a:bodyPr/>
          <a:lstStyle/>
          <a:p>
            <a:endParaRPr lang="en-US" dirty="0"/>
          </a:p>
          <a:p>
            <a:endParaRPr lang="en-US" dirty="0"/>
          </a:p>
          <a:p>
            <a:endParaRPr lang="en-US" dirty="0"/>
          </a:p>
          <a:p>
            <a:r>
              <a:rPr lang="en-US" b="1" dirty="0">
                <a:latin typeface="Times New Roman" panose="02020603050405020304" pitchFamily="18" charset="0"/>
                <a:cs typeface="Times New Roman" panose="02020603050405020304" pitchFamily="18" charset="0"/>
              </a:rPr>
              <a:t>A total number of restaurants in the price range of 4.</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lgn="r"/>
            <a:r>
              <a:rPr lang="en-GB" sz="1800" b="1" dirty="0">
                <a:latin typeface="Times New Roman" panose="02020603050405020304" pitchFamily="18" charset="0"/>
                <a:ea typeface="Arial" panose="020B0604020202020204" pitchFamily="34" charset="0"/>
              </a:rPr>
              <a:t>A</a:t>
            </a:r>
            <a:r>
              <a:rPr lang="en-GB" sz="1800" b="1" dirty="0">
                <a:effectLst/>
                <a:latin typeface="Times New Roman" panose="02020603050405020304" pitchFamily="18" charset="0"/>
                <a:ea typeface="Arial" panose="020B0604020202020204" pitchFamily="34" charset="0"/>
              </a:rPr>
              <a:t>verage number of voters for the restaurants in each country according to the data.</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3F77EDC-A453-F2BD-FBDF-E05E985EF0F7}"/>
              </a:ext>
            </a:extLst>
          </p:cNvPr>
          <p:cNvPicPr>
            <a:picLocks noChangeAspect="1"/>
          </p:cNvPicPr>
          <p:nvPr/>
        </p:nvPicPr>
        <p:blipFill>
          <a:blip r:embed="rId2"/>
          <a:stretch>
            <a:fillRect/>
          </a:stretch>
        </p:blipFill>
        <p:spPr>
          <a:xfrm>
            <a:off x="6884234" y="639517"/>
            <a:ext cx="4508642" cy="2329825"/>
          </a:xfrm>
          <a:prstGeom prst="rect">
            <a:avLst/>
          </a:prstGeom>
        </p:spPr>
      </p:pic>
      <p:sp>
        <p:nvSpPr>
          <p:cNvPr id="2" name="Slide Number Placeholder 1">
            <a:extLst>
              <a:ext uri="{FF2B5EF4-FFF2-40B4-BE49-F238E27FC236}">
                <a16:creationId xmlns:a16="http://schemas.microsoft.com/office/drawing/2014/main" id="{C7EA575E-5E12-287B-CA58-FC308D8C425D}"/>
              </a:ext>
            </a:extLst>
          </p:cNvPr>
          <p:cNvSpPr>
            <a:spLocks noGrp="1"/>
          </p:cNvSpPr>
          <p:nvPr>
            <p:ph type="sldNum" sz="quarter" idx="12"/>
          </p:nvPr>
        </p:nvSpPr>
        <p:spPr/>
        <p:txBody>
          <a:bodyPr/>
          <a:lstStyle/>
          <a:p>
            <a:fld id="{19590046-DA73-4BBF-84B5-C08E6F75191A}" type="slidenum">
              <a:rPr lang="en-US" smtClean="0"/>
              <a:t>11</a:t>
            </a:fld>
            <a:endParaRPr lang="en-US"/>
          </a:p>
        </p:txBody>
      </p:sp>
      <p:pic>
        <p:nvPicPr>
          <p:cNvPr id="7" name="Picture 6">
            <a:extLst>
              <a:ext uri="{FF2B5EF4-FFF2-40B4-BE49-F238E27FC236}">
                <a16:creationId xmlns:a16="http://schemas.microsoft.com/office/drawing/2014/main" id="{76AA8DC1-45DE-5D85-6DCD-DC8DAB19BF0A}"/>
              </a:ext>
            </a:extLst>
          </p:cNvPr>
          <p:cNvPicPr>
            <a:picLocks noChangeAspect="1"/>
          </p:cNvPicPr>
          <p:nvPr/>
        </p:nvPicPr>
        <p:blipFill>
          <a:blip r:embed="rId3"/>
          <a:stretch>
            <a:fillRect/>
          </a:stretch>
        </p:blipFill>
        <p:spPr>
          <a:xfrm>
            <a:off x="618740" y="2506532"/>
            <a:ext cx="2414916" cy="3958178"/>
          </a:xfrm>
          <a:prstGeom prst="rect">
            <a:avLst/>
          </a:prstGeom>
        </p:spPr>
      </p:pic>
    </p:spTree>
    <p:extLst>
      <p:ext uri="{BB962C8B-B14F-4D97-AF65-F5344CB8AC3E}">
        <p14:creationId xmlns:p14="http://schemas.microsoft.com/office/powerpoint/2010/main" val="3293787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84D5B-80A9-5EF2-811F-4298CE657AF1}"/>
              </a:ext>
            </a:extLst>
          </p:cNvPr>
          <p:cNvSpPr>
            <a:spLocks noGrp="1"/>
          </p:cNvSpPr>
          <p:nvPr>
            <p:ph type="title"/>
          </p:nvPr>
        </p:nvSpPr>
        <p:spPr>
          <a:xfrm>
            <a:off x="1028700" y="723901"/>
            <a:ext cx="10134600" cy="437926"/>
          </a:xfrm>
        </p:spPr>
        <p:txBody>
          <a:bodyPr>
            <a:normAutofit fontScale="90000"/>
          </a:bodyPr>
          <a:lstStyle/>
          <a:p>
            <a:r>
              <a:rPr lang="en-IN" b="1" dirty="0"/>
              <a:t>NUMBER OF RESTAURANTS IN SELECTED COUNTRIES</a:t>
            </a:r>
          </a:p>
        </p:txBody>
      </p:sp>
      <p:sp>
        <p:nvSpPr>
          <p:cNvPr id="4" name="Slide Number Placeholder 3">
            <a:extLst>
              <a:ext uri="{FF2B5EF4-FFF2-40B4-BE49-F238E27FC236}">
                <a16:creationId xmlns:a16="http://schemas.microsoft.com/office/drawing/2014/main" id="{4FF2A09E-51BC-62BC-F095-A3BBEF7E270C}"/>
              </a:ext>
            </a:extLst>
          </p:cNvPr>
          <p:cNvSpPr>
            <a:spLocks noGrp="1"/>
          </p:cNvSpPr>
          <p:nvPr>
            <p:ph type="sldNum" sz="quarter" idx="12"/>
          </p:nvPr>
        </p:nvSpPr>
        <p:spPr/>
        <p:txBody>
          <a:bodyPr/>
          <a:lstStyle/>
          <a:p>
            <a:fld id="{19590046-DA73-4BBF-84B5-C08E6F75191A}" type="slidenum">
              <a:rPr lang="en-US" smtClean="0"/>
              <a:t>12</a:t>
            </a:fld>
            <a:endParaRPr lang="en-US"/>
          </a:p>
        </p:txBody>
      </p:sp>
      <p:pic>
        <p:nvPicPr>
          <p:cNvPr id="5" name="Content Placeholder 4" descr="A screenshot of a computer&#10;&#10;Description automatically generated">
            <a:extLst>
              <a:ext uri="{FF2B5EF4-FFF2-40B4-BE49-F238E27FC236}">
                <a16:creationId xmlns:a16="http://schemas.microsoft.com/office/drawing/2014/main" id="{6E11DFA0-7EA9-5308-0F8C-FC109BC22429}"/>
              </a:ext>
            </a:extLst>
          </p:cNvPr>
          <p:cNvPicPr>
            <a:picLocks noGrp="1" noChangeAspect="1"/>
          </p:cNvPicPr>
          <p:nvPr>
            <p:ph idx="1"/>
          </p:nvPr>
        </p:nvPicPr>
        <p:blipFill>
          <a:blip r:embed="rId2"/>
          <a:stretch>
            <a:fillRect/>
          </a:stretch>
        </p:blipFill>
        <p:spPr>
          <a:xfrm>
            <a:off x="501469" y="1671484"/>
            <a:ext cx="3382273" cy="4105372"/>
          </a:xfrm>
          <a:prstGeom prst="rect">
            <a:avLst/>
          </a:prstGeom>
        </p:spPr>
      </p:pic>
      <p:sp>
        <p:nvSpPr>
          <p:cNvPr id="7" name="TextBox 6">
            <a:extLst>
              <a:ext uri="{FF2B5EF4-FFF2-40B4-BE49-F238E27FC236}">
                <a16:creationId xmlns:a16="http://schemas.microsoft.com/office/drawing/2014/main" id="{B6CD1A5B-5769-DCE1-328C-C322839AEC46}"/>
              </a:ext>
            </a:extLst>
          </p:cNvPr>
          <p:cNvSpPr txBox="1"/>
          <p:nvPr/>
        </p:nvSpPr>
        <p:spPr>
          <a:xfrm>
            <a:off x="4572000" y="1307690"/>
            <a:ext cx="6822763" cy="5262979"/>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Insights:</a:t>
            </a:r>
          </a:p>
          <a:p>
            <a:pPr algn="just"/>
            <a:r>
              <a:rPr lang="en-US" sz="1600" b="1" dirty="0">
                <a:latin typeface="Times New Roman" panose="02020603050405020304" pitchFamily="18" charset="0"/>
                <a:cs typeface="Times New Roman" panose="02020603050405020304" pitchFamily="18" charset="0"/>
              </a:rPr>
              <a:t>Australia (24 restaurants):</a:t>
            </a:r>
            <a:r>
              <a:rPr lang="en-US" sz="1600" dirty="0">
                <a:latin typeface="Times New Roman" panose="02020603050405020304" pitchFamily="18" charset="0"/>
                <a:cs typeface="Times New Roman" panose="02020603050405020304" pitchFamily="18" charset="0"/>
              </a:rPr>
              <a:t> Leads with the highest number, reflecting strong market demand and focus.</a:t>
            </a:r>
            <a:r>
              <a:rPr lang="en-US" sz="1600" b="1" dirty="0">
                <a:latin typeface="Times New Roman" panose="02020603050405020304" pitchFamily="18" charset="0"/>
                <a:cs typeface="Times New Roman" panose="02020603050405020304" pitchFamily="18" charset="0"/>
              </a:rPr>
              <a:t> Canada (4 restaurants):</a:t>
            </a:r>
            <a:r>
              <a:rPr lang="en-US" sz="1600" dirty="0">
                <a:latin typeface="Times New Roman" panose="02020603050405020304" pitchFamily="18" charset="0"/>
                <a:cs typeface="Times New Roman" panose="02020603050405020304" pitchFamily="18" charset="0"/>
              </a:rPr>
              <a:t> Underrepresented compared to other countries, suggesting low penetration or fewer opportunities.</a:t>
            </a:r>
            <a:r>
              <a:rPr lang="en-US" sz="1600" b="1" dirty="0">
                <a:latin typeface="Times New Roman" panose="02020603050405020304" pitchFamily="18" charset="0"/>
                <a:cs typeface="Times New Roman" panose="02020603050405020304" pitchFamily="18" charset="0"/>
              </a:rPr>
              <a:t> Indonesia (21 restaurants), Qatar (20 restaurants), Sri Lanka (20 restaurants):</a:t>
            </a:r>
            <a:r>
              <a:rPr lang="en-US" sz="1600" dirty="0">
                <a:latin typeface="Times New Roman" panose="02020603050405020304" pitchFamily="18" charset="0"/>
                <a:cs typeface="Times New Roman" panose="02020603050405020304" pitchFamily="18" charset="0"/>
              </a:rPr>
              <a:t> Show balanced distribution, indicating a deliberate strategy to maintain presence in these regions. Australia’s dominance highlights its importance as a primary market, while Canada’s low count suggests untapped potential or </a:t>
            </a:r>
            <a:r>
              <a:rPr lang="en-US" sz="1600" dirty="0" err="1">
                <a:latin typeface="Times New Roman" panose="02020603050405020304" pitchFamily="18" charset="0"/>
                <a:cs typeface="Times New Roman" panose="02020603050405020304" pitchFamily="18" charset="0"/>
              </a:rPr>
              <a:t>deprioritization</a:t>
            </a:r>
            <a:r>
              <a:rPr lang="en-US" sz="1600" dirty="0">
                <a:latin typeface="Times New Roman" panose="02020603050405020304" pitchFamily="18" charset="0"/>
                <a:cs typeface="Times New Roman" panose="02020603050405020304" pitchFamily="18" charset="0"/>
              </a:rPr>
              <a:t>. The similar numbers for Indonesia, Qatar, and Sri Lanka suggest a consistent and targeted approach to these growing markets.</a:t>
            </a:r>
          </a:p>
          <a:p>
            <a:pPr algn="just"/>
            <a:endParaRPr lang="en-US" sz="1600" dirty="0">
              <a:latin typeface="Times New Roman" panose="02020603050405020304" pitchFamily="18" charset="0"/>
              <a:cs typeface="Times New Roman" panose="02020603050405020304" pitchFamily="18" charset="0"/>
            </a:endParaRPr>
          </a:p>
          <a:p>
            <a:pPr algn="just"/>
            <a:r>
              <a:rPr lang="en-US" sz="1600" b="1" dirty="0">
                <a:latin typeface="Times New Roman" panose="02020603050405020304" pitchFamily="18" charset="0"/>
                <a:cs typeface="Times New Roman" panose="02020603050405020304" pitchFamily="18" charset="0"/>
              </a:rPr>
              <a:t>Recommendations:</a:t>
            </a:r>
          </a:p>
          <a:p>
            <a:pPr algn="just"/>
            <a:r>
              <a:rPr lang="en-US" sz="1600" b="1" dirty="0">
                <a:latin typeface="Times New Roman" panose="02020603050405020304" pitchFamily="18" charset="0"/>
                <a:cs typeface="Times New Roman" panose="02020603050405020304" pitchFamily="18" charset="0"/>
              </a:rPr>
              <a:t>Canada:</a:t>
            </a:r>
            <a:r>
              <a:rPr lang="en-US" sz="1600" dirty="0">
                <a:latin typeface="Times New Roman" panose="02020603050405020304" pitchFamily="18" charset="0"/>
                <a:cs typeface="Times New Roman" panose="02020603050405020304" pitchFamily="18" charset="0"/>
              </a:rPr>
              <a:t> Explore untapped potential by conducting market studies and adapting offerings to suit local preferences.</a:t>
            </a:r>
            <a:r>
              <a:rPr lang="en-US" sz="1600" b="1" dirty="0">
                <a:latin typeface="Times New Roman" panose="02020603050405020304" pitchFamily="18" charset="0"/>
                <a:cs typeface="Times New Roman" panose="02020603050405020304" pitchFamily="18" charset="0"/>
              </a:rPr>
              <a:t> Australia:</a:t>
            </a:r>
            <a:r>
              <a:rPr lang="en-US" sz="1600" dirty="0">
                <a:latin typeface="Times New Roman" panose="02020603050405020304" pitchFamily="18" charset="0"/>
                <a:cs typeface="Times New Roman" panose="02020603050405020304" pitchFamily="18" charset="0"/>
              </a:rPr>
              <a:t> Strengthen market presence by expanding to new cities and using its success as a model for other regions.</a:t>
            </a:r>
            <a:r>
              <a:rPr lang="en-US" sz="1600" b="1" dirty="0">
                <a:latin typeface="Times New Roman" panose="02020603050405020304" pitchFamily="18" charset="0"/>
                <a:cs typeface="Times New Roman" panose="02020603050405020304" pitchFamily="18" charset="0"/>
              </a:rPr>
              <a:t> Indonesia, Qatar, Sri Lanka:</a:t>
            </a:r>
            <a:r>
              <a:rPr lang="en-US" sz="1600" dirty="0">
                <a:latin typeface="Times New Roman" panose="02020603050405020304" pitchFamily="18" charset="0"/>
                <a:cs typeface="Times New Roman" panose="02020603050405020304" pitchFamily="18" charset="0"/>
              </a:rPr>
              <a:t> Maintain quality, emphasize regional flavors, and assess feasibility for growth in urban and suburban markets.</a:t>
            </a:r>
            <a:r>
              <a:rPr lang="en-US" sz="1600" b="1" dirty="0">
                <a:latin typeface="Times New Roman" panose="02020603050405020304" pitchFamily="18" charset="0"/>
                <a:cs typeface="Times New Roman" panose="02020603050405020304" pitchFamily="18" charset="0"/>
              </a:rPr>
              <a:t> General:</a:t>
            </a:r>
            <a:r>
              <a:rPr lang="en-US" sz="1600" dirty="0">
                <a:latin typeface="Times New Roman" panose="02020603050405020304" pitchFamily="18" charset="0"/>
                <a:cs typeface="Times New Roman" panose="02020603050405020304" pitchFamily="18" charset="0"/>
              </a:rPr>
              <a:t> Conduct in-depth market research, tailor marketing to cultural nuances, and collaborate with local partners for streamlined expansion.</a:t>
            </a:r>
            <a:r>
              <a:rPr lang="en-IN" sz="1600" b="1" dirty="0">
                <a:latin typeface="Times New Roman" panose="02020603050405020304" pitchFamily="18" charset="0"/>
                <a:cs typeface="Times New Roman" panose="02020603050405020304" pitchFamily="18" charset="0"/>
              </a:rPr>
              <a:t> Prioritization:</a:t>
            </a:r>
            <a:r>
              <a:rPr lang="en-IN" sz="1600" dirty="0">
                <a:latin typeface="Times New Roman" panose="02020603050405020304" pitchFamily="18" charset="0"/>
                <a:cs typeface="Times New Roman" panose="02020603050405020304" pitchFamily="18" charset="0"/>
              </a:rPr>
              <a:t> Focus on Canada for growth opportunities, leverage Australia’s established foothold, and target high-demand areas in Indonesia, Qatar, and Sri Lanka for strategic expansion.</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0012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B22176A-41DB-4D9A-9B6F-F2296F1ED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74A8DF5-445E-49C5-B10A-8DF5FEFBCC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9A4E38D9-EFB8-40B5-B42B-514FBF1803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60920" y="157606"/>
            <a:ext cx="11870161"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26D491-5C30-39F5-58E2-75525E2A0CE7}"/>
              </a:ext>
            </a:extLst>
          </p:cNvPr>
          <p:cNvSpPr>
            <a:spLocks noGrp="1"/>
          </p:cNvSpPr>
          <p:nvPr>
            <p:ph type="title"/>
          </p:nvPr>
        </p:nvSpPr>
        <p:spPr>
          <a:xfrm>
            <a:off x="1193360" y="722376"/>
            <a:ext cx="6220784" cy="1288825"/>
          </a:xfrm>
        </p:spPr>
        <p:txBody>
          <a:bodyPr anchor="b">
            <a:normAutofit/>
          </a:bodyPr>
          <a:lstStyle/>
          <a:p>
            <a:pPr algn="ctr"/>
            <a:r>
              <a:rPr lang="en-IN" b="1" dirty="0"/>
              <a:t>Distribution of expenditure for the countries selected</a:t>
            </a:r>
            <a:r>
              <a:rPr lang="en-IN" dirty="0"/>
              <a:t>.</a:t>
            </a:r>
          </a:p>
        </p:txBody>
      </p:sp>
      <p:sp>
        <p:nvSpPr>
          <p:cNvPr id="3" name="Content Placeholder 2">
            <a:extLst>
              <a:ext uri="{FF2B5EF4-FFF2-40B4-BE49-F238E27FC236}">
                <a16:creationId xmlns:a16="http://schemas.microsoft.com/office/drawing/2014/main" id="{32E1401B-F3FD-CF0E-2EB8-F6ECD48A4B4C}"/>
              </a:ext>
            </a:extLst>
          </p:cNvPr>
          <p:cNvSpPr>
            <a:spLocks noGrp="1"/>
          </p:cNvSpPr>
          <p:nvPr>
            <p:ph idx="1"/>
          </p:nvPr>
        </p:nvSpPr>
        <p:spPr>
          <a:xfrm>
            <a:off x="1193360" y="2478581"/>
            <a:ext cx="6220784" cy="3028597"/>
          </a:xfrm>
        </p:spPr>
        <p:txBody>
          <a:bodyPr anchor="ctr">
            <a:normAutofit/>
          </a:bodyPr>
          <a:lstStyle/>
          <a:p>
            <a:pPr algn="ctr"/>
            <a:r>
              <a:rPr lang="en-GB" dirty="0">
                <a:effectLst/>
                <a:latin typeface="Times New Roman" panose="02020603050405020304" pitchFamily="18" charset="0"/>
                <a:ea typeface="Arial" panose="020B0604020202020204" pitchFamily="34" charset="0"/>
              </a:rPr>
              <a:t>The a</a:t>
            </a:r>
            <a:r>
              <a:rPr lang="en-GB" dirty="0">
                <a:latin typeface="Times New Roman" panose="02020603050405020304" pitchFamily="18" charset="0"/>
                <a:ea typeface="Arial" panose="020B0604020202020204" pitchFamily="34" charset="0"/>
              </a:rPr>
              <a:t>verage cost of two people is presented with the help of pivot tables and charts and it can be seen that Sri Lanka has the lowest average cost for two people i.e., INR 665.00, and the highest in Qatar INR .00.</a:t>
            </a:r>
            <a:endParaRPr lang="en-IN" dirty="0">
              <a:effectLst/>
              <a:latin typeface="Arial" panose="020B0604020202020204" pitchFamily="34" charset="0"/>
              <a:ea typeface="Arial" panose="020B0604020202020204" pitchFamily="34" charset="0"/>
            </a:endParaRPr>
          </a:p>
          <a:p>
            <a:pPr algn="ctr"/>
            <a:r>
              <a:rPr lang="en-US" sz="2000" b="1" dirty="0">
                <a:latin typeface="Times New Roman" panose="02020603050405020304" pitchFamily="18" charset="0"/>
                <a:cs typeface="Times New Roman" panose="02020603050405020304" pitchFamily="18" charset="0"/>
              </a:rPr>
              <a:t>(Spreadsheet: Suggested Countries)</a:t>
            </a:r>
          </a:p>
          <a:p>
            <a:pPr algn="ctr"/>
            <a:endParaRPr lang="en-IN" dirty="0"/>
          </a:p>
        </p:txBody>
      </p:sp>
      <p:sp>
        <p:nvSpPr>
          <p:cNvPr id="5" name="Slide Number Placeholder 4">
            <a:extLst>
              <a:ext uri="{FF2B5EF4-FFF2-40B4-BE49-F238E27FC236}">
                <a16:creationId xmlns:a16="http://schemas.microsoft.com/office/drawing/2014/main" id="{710EC296-9751-2CD6-33AC-D6B0072E9A34}"/>
              </a:ext>
            </a:extLst>
          </p:cNvPr>
          <p:cNvSpPr>
            <a:spLocks noGrp="1"/>
          </p:cNvSpPr>
          <p:nvPr>
            <p:ph type="sldNum" sz="quarter" idx="12"/>
          </p:nvPr>
        </p:nvSpPr>
        <p:spPr>
          <a:xfrm>
            <a:off x="11394765" y="6245032"/>
            <a:ext cx="524491" cy="365125"/>
          </a:xfrm>
        </p:spPr>
        <p:txBody>
          <a:bodyPr>
            <a:normAutofit/>
          </a:bodyPr>
          <a:lstStyle/>
          <a:p>
            <a:pPr>
              <a:spcAft>
                <a:spcPts val="600"/>
              </a:spcAft>
            </a:pPr>
            <a:fld id="{19590046-DA73-4BBF-84B5-C08E6F75191A}" type="slidenum">
              <a:rPr lang="en-US" smtClean="0"/>
              <a:pPr>
                <a:spcAft>
                  <a:spcPts val="600"/>
                </a:spcAft>
              </a:pPr>
              <a:t>13</a:t>
            </a:fld>
            <a:endParaRPr lang="en-US"/>
          </a:p>
        </p:txBody>
      </p:sp>
      <p:grpSp>
        <p:nvGrpSpPr>
          <p:cNvPr id="24" name="Group 23">
            <a:extLst>
              <a:ext uri="{FF2B5EF4-FFF2-40B4-BE49-F238E27FC236}">
                <a16:creationId xmlns:a16="http://schemas.microsoft.com/office/drawing/2014/main" id="{D87FFE71-34DC-4C53-AE0F-6B141D081D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870010" y="5850225"/>
            <a:ext cx="867485" cy="115439"/>
            <a:chOff x="8910933" y="1861308"/>
            <a:chExt cx="867485" cy="115439"/>
          </a:xfrm>
        </p:grpSpPr>
        <p:sp>
          <p:nvSpPr>
            <p:cNvPr id="25" name="Rectangle 24">
              <a:extLst>
                <a:ext uri="{FF2B5EF4-FFF2-40B4-BE49-F238E27FC236}">
                  <a16:creationId xmlns:a16="http://schemas.microsoft.com/office/drawing/2014/main" id="{37DF92F1-0E20-46AC-BB8F-F66926B40C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6" name="Straight Connector 25">
              <a:extLst>
                <a:ext uri="{FF2B5EF4-FFF2-40B4-BE49-F238E27FC236}">
                  <a16:creationId xmlns:a16="http://schemas.microsoft.com/office/drawing/2014/main" id="{FFA14CB4-8459-4D23-B4FF-8F9868E3FC9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A0C763F-37C4-4E00-AEB2-8867F4AA257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pic>
        <p:nvPicPr>
          <p:cNvPr id="6" name="Picture 5">
            <a:extLst>
              <a:ext uri="{FF2B5EF4-FFF2-40B4-BE49-F238E27FC236}">
                <a16:creationId xmlns:a16="http://schemas.microsoft.com/office/drawing/2014/main" id="{C3ADC978-0A39-5B91-B437-84E6C5C34FB0}"/>
              </a:ext>
            </a:extLst>
          </p:cNvPr>
          <p:cNvPicPr>
            <a:picLocks noChangeAspect="1"/>
          </p:cNvPicPr>
          <p:nvPr/>
        </p:nvPicPr>
        <p:blipFill>
          <a:blip r:embed="rId2"/>
          <a:stretch>
            <a:fillRect/>
          </a:stretch>
        </p:blipFill>
        <p:spPr>
          <a:xfrm>
            <a:off x="7414144" y="2011201"/>
            <a:ext cx="4061812" cy="2743679"/>
          </a:xfrm>
          <a:prstGeom prst="rect">
            <a:avLst/>
          </a:prstGeom>
        </p:spPr>
      </p:pic>
    </p:spTree>
    <p:extLst>
      <p:ext uri="{BB962C8B-B14F-4D97-AF65-F5344CB8AC3E}">
        <p14:creationId xmlns:p14="http://schemas.microsoft.com/office/powerpoint/2010/main" val="39059077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18730-1459-1D11-538B-CDDB03220514}"/>
              </a:ext>
            </a:extLst>
          </p:cNvPr>
          <p:cNvSpPr>
            <a:spLocks noGrp="1"/>
          </p:cNvSpPr>
          <p:nvPr>
            <p:ph type="title"/>
          </p:nvPr>
        </p:nvSpPr>
        <p:spPr>
          <a:xfrm>
            <a:off x="1028700" y="723900"/>
            <a:ext cx="10134600" cy="763255"/>
          </a:xfrm>
        </p:spPr>
        <p:txBody>
          <a:bodyPr>
            <a:normAutofit/>
          </a:bodyPr>
          <a:lstStyle/>
          <a:p>
            <a:pPr algn="ctr"/>
            <a:r>
              <a:rPr lang="en-IN" b="1" dirty="0">
                <a:latin typeface="Times New Roman" panose="02020603050405020304" pitchFamily="18" charset="0"/>
                <a:cs typeface="Times New Roman" panose="02020603050405020304" pitchFamily="18" charset="0"/>
              </a:rPr>
              <a:t>Restaurant quality of the </a:t>
            </a:r>
            <a:r>
              <a:rPr lang="en-IN" b="1" dirty="0" err="1">
                <a:latin typeface="Times New Roman" panose="02020603050405020304" pitchFamily="18" charset="0"/>
                <a:cs typeface="Times New Roman" panose="02020603050405020304" pitchFamily="18" charset="0"/>
              </a:rPr>
              <a:t>countires</a:t>
            </a:r>
            <a:endParaRPr lang="en-IN" b="1"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639C7FE-F773-C01C-788D-3B91178E7127}"/>
              </a:ext>
            </a:extLst>
          </p:cNvPr>
          <p:cNvSpPr>
            <a:spLocks noGrp="1"/>
          </p:cNvSpPr>
          <p:nvPr>
            <p:ph type="sldNum" sz="quarter" idx="12"/>
          </p:nvPr>
        </p:nvSpPr>
        <p:spPr/>
        <p:txBody>
          <a:bodyPr/>
          <a:lstStyle/>
          <a:p>
            <a:fld id="{19590046-DA73-4BBF-84B5-C08E6F75191A}" type="slidenum">
              <a:rPr lang="en-US" smtClean="0"/>
              <a:t>14</a:t>
            </a:fld>
            <a:endParaRPr lang="en-US"/>
          </a:p>
        </p:txBody>
      </p:sp>
      <p:pic>
        <p:nvPicPr>
          <p:cNvPr id="8" name="Content Placeholder 7">
            <a:extLst>
              <a:ext uri="{FF2B5EF4-FFF2-40B4-BE49-F238E27FC236}">
                <a16:creationId xmlns:a16="http://schemas.microsoft.com/office/drawing/2014/main" id="{84950C4E-9159-21F3-18BD-D198BF4CFEB1}"/>
              </a:ext>
            </a:extLst>
          </p:cNvPr>
          <p:cNvPicPr>
            <a:picLocks noGrp="1" noChangeAspect="1"/>
          </p:cNvPicPr>
          <p:nvPr>
            <p:ph idx="1"/>
          </p:nvPr>
        </p:nvPicPr>
        <p:blipFill>
          <a:blip r:embed="rId2"/>
          <a:stretch>
            <a:fillRect/>
          </a:stretch>
        </p:blipFill>
        <p:spPr>
          <a:xfrm>
            <a:off x="6809591" y="1957892"/>
            <a:ext cx="5217457" cy="2940308"/>
          </a:xfrm>
        </p:spPr>
      </p:pic>
      <p:sp>
        <p:nvSpPr>
          <p:cNvPr id="9" name="TextBox 8">
            <a:extLst>
              <a:ext uri="{FF2B5EF4-FFF2-40B4-BE49-F238E27FC236}">
                <a16:creationId xmlns:a16="http://schemas.microsoft.com/office/drawing/2014/main" id="{F65CDD9E-369A-F2D3-61EA-152FAC017808}"/>
              </a:ext>
            </a:extLst>
          </p:cNvPr>
          <p:cNvSpPr txBox="1"/>
          <p:nvPr/>
        </p:nvSpPr>
        <p:spPr>
          <a:xfrm>
            <a:off x="613186" y="1957892"/>
            <a:ext cx="6196405" cy="4801314"/>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Insights: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Countries such as the Philippines (4.47), Turkey (4.30), and Indonesia (4.30) achieved the highest average ratings, indicating exceptional customer satisfaction. India (2.77) has the lowest average, suggesting room for improvement in services. Overall, countries with ratings above 4.0 demonstrate high-quality service and positive customer experiences.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Recommendations: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Focus on replicating strategies from high-rated countries like the Philippines and Turkey in underperforming regions such as India. Identify best practices and cultural preferences contributing to higher ratings. In India, conduct customer feedback surveys to address specific pain points and improve service quality, targeting a rating closer to the global average</a:t>
            </a:r>
          </a:p>
          <a:p>
            <a:pPr algn="ctr"/>
            <a:r>
              <a:rPr lang="en-US" sz="1800" b="1" dirty="0">
                <a:latin typeface="Times New Roman" panose="02020603050405020304" pitchFamily="18" charset="0"/>
                <a:cs typeface="Times New Roman" panose="02020603050405020304" pitchFamily="18" charset="0"/>
              </a:rPr>
              <a:t>(Spreadsheet: Objective)</a:t>
            </a:r>
          </a:p>
          <a:p>
            <a:pPr algn="just"/>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2511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58E38A4-F699-490C-8D1F-E8AD332D9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C6AAB-48AC-41A3-95C2-6BF83715D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6EE861B-7D2F-4B7C-A6E3-5937E81B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081" y="159026"/>
            <a:ext cx="11886519" cy="65427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673470-40D0-19D1-3DDD-3EDB12079229}"/>
              </a:ext>
            </a:extLst>
          </p:cNvPr>
          <p:cNvSpPr>
            <a:spLocks noGrp="1"/>
          </p:cNvSpPr>
          <p:nvPr>
            <p:ph type="title"/>
          </p:nvPr>
        </p:nvSpPr>
        <p:spPr>
          <a:xfrm>
            <a:off x="1028700" y="723901"/>
            <a:ext cx="5883378" cy="1288884"/>
          </a:xfrm>
        </p:spPr>
        <p:txBody>
          <a:bodyPr vert="horz" lIns="91440" tIns="45720" rIns="91440" bIns="45720" rtlCol="0" anchor="b">
            <a:normAutofit/>
          </a:bodyPr>
          <a:lstStyle/>
          <a:p>
            <a:pPr algn="ctr"/>
            <a:r>
              <a:rPr lang="en-US" b="1" dirty="0"/>
              <a:t>Online Delivery vs Ratings</a:t>
            </a:r>
            <a:br>
              <a:rPr lang="en-US" b="1" dirty="0"/>
            </a:br>
            <a:endParaRPr lang="en-US" dirty="0"/>
          </a:p>
        </p:txBody>
      </p:sp>
      <p:sp>
        <p:nvSpPr>
          <p:cNvPr id="7" name="TextBox 6">
            <a:extLst>
              <a:ext uri="{FF2B5EF4-FFF2-40B4-BE49-F238E27FC236}">
                <a16:creationId xmlns:a16="http://schemas.microsoft.com/office/drawing/2014/main" id="{2E5B8606-CA77-DBF4-88BF-1A81DF973C61}"/>
              </a:ext>
            </a:extLst>
          </p:cNvPr>
          <p:cNvSpPr txBox="1"/>
          <p:nvPr/>
        </p:nvSpPr>
        <p:spPr>
          <a:xfrm>
            <a:off x="1199535" y="2536917"/>
            <a:ext cx="5451163" cy="3428454"/>
          </a:xfrm>
          <a:prstGeom prst="rect">
            <a:avLst/>
          </a:prstGeom>
        </p:spPr>
        <p:txBody>
          <a:bodyPr vert="horz" lIns="91440" tIns="45720" rIns="91440" bIns="45720" rtlCol="0" anchor="t">
            <a:normAutofit fontScale="85000" lnSpcReduction="20000"/>
          </a:bodyPr>
          <a:lstStyle/>
          <a:p>
            <a:pPr algn="ctr" defTabSz="914400">
              <a:lnSpc>
                <a:spcPct val="110000"/>
              </a:lnSpc>
              <a:spcAft>
                <a:spcPts val="600"/>
              </a:spcAft>
            </a:pPr>
            <a:endParaRPr lang="en-US" b="1" dirty="0">
              <a:solidFill>
                <a:schemeClr val="tx2"/>
              </a:solidFill>
            </a:endParaRPr>
          </a:p>
          <a:p>
            <a:pPr algn="just"/>
            <a:r>
              <a:rPr lang="en-US" b="1" dirty="0">
                <a:latin typeface="Times New Roman" panose="02020603050405020304" pitchFamily="18" charset="0"/>
                <a:cs typeface="Times New Roman" panose="02020603050405020304" pitchFamily="18" charset="0"/>
              </a:rPr>
              <a:t>Insights</a:t>
            </a:r>
          </a:p>
          <a:p>
            <a:pPr algn="just"/>
            <a:r>
              <a:rPr lang="en-US" dirty="0">
                <a:latin typeface="Times New Roman" panose="02020603050405020304" pitchFamily="18" charset="0"/>
                <a:cs typeface="Times New Roman" panose="02020603050405020304" pitchFamily="18" charset="0"/>
              </a:rPr>
              <a:t>Restaurants offering online delivery received higher average ratings (3.29) compared to those that do not (2.75). This suggests that online delivery significantly influences customer satisfaction and enhances their overall experience. The overall average rating is 2.89, indicating room for improvement, particularly for restaurants without online delivery options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Recommendations:</a:t>
            </a:r>
          </a:p>
          <a:p>
            <a:pPr algn="just"/>
            <a:r>
              <a:rPr lang="en-US" dirty="0">
                <a:latin typeface="Times New Roman" panose="02020603050405020304" pitchFamily="18" charset="0"/>
                <a:cs typeface="Times New Roman" panose="02020603050405020304" pitchFamily="18" charset="0"/>
              </a:rPr>
              <a:t>Encourage all restaurants to adopt online delivery services to boost customer ratings and satisfaction. Analyze customer feedback to identify key drivers of satisfaction among online delivery users. Improve operational efficiency for non-delivery restaurants to address gaps impacting lower ratings.</a:t>
            </a:r>
          </a:p>
          <a:p>
            <a:endParaRPr lang="en-US" dirty="0">
              <a:latin typeface="Times New Roman" panose="02020603050405020304" pitchFamily="18" charset="0"/>
              <a:cs typeface="Times New Roman" panose="02020603050405020304" pitchFamily="18" charset="0"/>
            </a:endParaRPr>
          </a:p>
          <a:p>
            <a:pPr algn="ctr"/>
            <a:r>
              <a:rPr lang="en-US" sz="1800" b="1" dirty="0">
                <a:latin typeface="Times New Roman" panose="02020603050405020304" pitchFamily="18" charset="0"/>
                <a:cs typeface="Times New Roman" panose="02020603050405020304" pitchFamily="18" charset="0"/>
              </a:rPr>
              <a:t>(Spreadsheet: Delivery Analysis)</a:t>
            </a:r>
          </a:p>
          <a:p>
            <a:pPr algn="ctr"/>
            <a:endParaRPr lang="en-US"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A4AC590-B2A5-81D5-54A5-A507D3E9BA11}"/>
              </a:ext>
            </a:extLst>
          </p:cNvPr>
          <p:cNvPicPr>
            <a:picLocks noGrp="1" noChangeAspect="1"/>
          </p:cNvPicPr>
          <p:nvPr>
            <p:ph idx="1"/>
          </p:nvPr>
        </p:nvPicPr>
        <p:blipFill>
          <a:blip r:embed="rId2">
            <a:alphaModFix/>
          </a:blip>
          <a:stretch>
            <a:fillRect/>
          </a:stretch>
        </p:blipFill>
        <p:spPr>
          <a:xfrm>
            <a:off x="7697152" y="3010694"/>
            <a:ext cx="3666392" cy="2480899"/>
          </a:xfrm>
          <a:prstGeom prst="rect">
            <a:avLst/>
          </a:prstGeom>
        </p:spPr>
      </p:pic>
      <p:sp>
        <p:nvSpPr>
          <p:cNvPr id="4" name="Slide Number Placeholder 3">
            <a:extLst>
              <a:ext uri="{FF2B5EF4-FFF2-40B4-BE49-F238E27FC236}">
                <a16:creationId xmlns:a16="http://schemas.microsoft.com/office/drawing/2014/main" id="{E66AE825-4C79-379A-288E-A408E53AC903}"/>
              </a:ext>
            </a:extLst>
          </p:cNvPr>
          <p:cNvSpPr>
            <a:spLocks noGrp="1"/>
          </p:cNvSpPr>
          <p:nvPr>
            <p:ph type="sldNum" sz="quarter" idx="12"/>
          </p:nvPr>
        </p:nvSpPr>
        <p:spPr>
          <a:xfrm>
            <a:off x="11394765" y="6245032"/>
            <a:ext cx="524491" cy="365125"/>
          </a:xfrm>
        </p:spPr>
        <p:txBody>
          <a:bodyPr vert="horz" lIns="91440" tIns="45720" rIns="91440" bIns="45720" rtlCol="0" anchor="ctr">
            <a:normAutofit/>
          </a:bodyPr>
          <a:lstStyle/>
          <a:p>
            <a:pPr defTabSz="914400">
              <a:spcAft>
                <a:spcPts val="600"/>
              </a:spcAft>
            </a:pPr>
            <a:fld id="{19590046-DA73-4BBF-84B5-C08E6F75191A}" type="slidenum">
              <a:rPr lang="en-US" smtClean="0"/>
              <a:pPr defTabSz="914400">
                <a:spcAft>
                  <a:spcPts val="600"/>
                </a:spcAft>
              </a:pPr>
              <a:t>15</a:t>
            </a:fld>
            <a:endParaRPr lang="en-US"/>
          </a:p>
        </p:txBody>
      </p:sp>
      <p:grpSp>
        <p:nvGrpSpPr>
          <p:cNvPr id="18" name="Group 17">
            <a:extLst>
              <a:ext uri="{FF2B5EF4-FFF2-40B4-BE49-F238E27FC236}">
                <a16:creationId xmlns:a16="http://schemas.microsoft.com/office/drawing/2014/main" id="{073091F1-AA5A-47C6-9502-D5870A72D5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513418" y="2320171"/>
            <a:ext cx="867485" cy="115439"/>
            <a:chOff x="8910933" y="1861308"/>
            <a:chExt cx="867485" cy="115439"/>
          </a:xfrm>
        </p:grpSpPr>
        <p:sp>
          <p:nvSpPr>
            <p:cNvPr id="19" name="Rectangle 18">
              <a:extLst>
                <a:ext uri="{FF2B5EF4-FFF2-40B4-BE49-F238E27FC236}">
                  <a16:creationId xmlns:a16="http://schemas.microsoft.com/office/drawing/2014/main" id="{8085C4F7-6E91-4DF6-BB01-A46132BC35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20" name="Straight Connector 19">
              <a:extLst>
                <a:ext uri="{FF2B5EF4-FFF2-40B4-BE49-F238E27FC236}">
                  <a16:creationId xmlns:a16="http://schemas.microsoft.com/office/drawing/2014/main" id="{25476588-B9AD-4662-A085-8E4D91493B3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DB34B3-D348-476E-BE7F-1139370F43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36290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AD132-ED6D-DD64-FA6F-6C05ADA0DA93}"/>
              </a:ext>
            </a:extLst>
          </p:cNvPr>
          <p:cNvSpPr>
            <a:spLocks noGrp="1"/>
          </p:cNvSpPr>
          <p:nvPr>
            <p:ph type="title"/>
          </p:nvPr>
        </p:nvSpPr>
        <p:spPr>
          <a:xfrm>
            <a:off x="1028700" y="723900"/>
            <a:ext cx="10134600" cy="524797"/>
          </a:xfrm>
        </p:spPr>
        <p:txBody>
          <a:bodyPr>
            <a:normAutofit fontScale="90000"/>
          </a:bodyPr>
          <a:lstStyle/>
          <a:p>
            <a:pPr algn="ctr"/>
            <a:r>
              <a:rPr lang="en-IN" b="1" dirty="0"/>
              <a:t>Table Bookings vs Ratings</a:t>
            </a:r>
          </a:p>
        </p:txBody>
      </p:sp>
      <p:sp>
        <p:nvSpPr>
          <p:cNvPr id="3" name="Content Placeholder 2">
            <a:extLst>
              <a:ext uri="{FF2B5EF4-FFF2-40B4-BE49-F238E27FC236}">
                <a16:creationId xmlns:a16="http://schemas.microsoft.com/office/drawing/2014/main" id="{4C2B25AA-55C9-D8A8-10C3-D34D8EC32B21}"/>
              </a:ext>
            </a:extLst>
          </p:cNvPr>
          <p:cNvSpPr>
            <a:spLocks noGrp="1"/>
          </p:cNvSpPr>
          <p:nvPr>
            <p:ph idx="1"/>
          </p:nvPr>
        </p:nvSpPr>
        <p:spPr>
          <a:xfrm>
            <a:off x="727588" y="1463040"/>
            <a:ext cx="5102942" cy="5147117"/>
          </a:xfrm>
        </p:spPr>
        <p:txBody>
          <a:bodyPr>
            <a:normAutofit/>
          </a:bodyPr>
          <a:lstStyle/>
          <a:p>
            <a:pPr algn="just"/>
            <a:r>
              <a:rPr lang="en-US" sz="1900" b="1" dirty="0">
                <a:latin typeface="Times New Roman" panose="02020603050405020304" pitchFamily="18" charset="0"/>
                <a:cs typeface="Times New Roman" panose="02020603050405020304" pitchFamily="18" charset="0"/>
              </a:rPr>
              <a:t>Insights:</a:t>
            </a:r>
            <a:br>
              <a:rPr lang="en-US" sz="19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The data suggests that customers who made table bookings rated their experiences higher (3.48) than those who did not (2.81). This indicates that table bookings may enhance customer satisfaction by ensuring smoother service or better seating arrangements. Overall, booked tables contribute significantly to the higher average ratings</a:t>
            </a:r>
            <a:r>
              <a:rPr lang="en-US" sz="1900" dirty="0">
                <a:latin typeface="Times New Roman" panose="02020603050405020304" pitchFamily="18" charset="0"/>
                <a:cs typeface="Times New Roman" panose="02020603050405020304" pitchFamily="18" charset="0"/>
              </a:rPr>
              <a:t>.</a:t>
            </a:r>
          </a:p>
          <a:p>
            <a:pPr algn="just"/>
            <a:r>
              <a:rPr lang="en-US" sz="1900" b="1" dirty="0">
                <a:latin typeface="Times New Roman" panose="02020603050405020304" pitchFamily="18" charset="0"/>
                <a:cs typeface="Times New Roman" panose="02020603050405020304" pitchFamily="18" charset="0"/>
              </a:rPr>
              <a:t>Recommendations:</a:t>
            </a:r>
            <a:br>
              <a:rPr lang="en-US" sz="1900" dirty="0">
                <a:latin typeface="Times New Roman" panose="02020603050405020304" pitchFamily="18" charset="0"/>
                <a:cs typeface="Times New Roman" panose="02020603050405020304" pitchFamily="18" charset="0"/>
              </a:rPr>
            </a:br>
            <a:r>
              <a:rPr lang="en-US" sz="1700" dirty="0">
                <a:latin typeface="Times New Roman" panose="02020603050405020304" pitchFamily="18" charset="0"/>
                <a:cs typeface="Times New Roman" panose="02020603050405020304" pitchFamily="18" charset="0"/>
              </a:rPr>
              <a:t>Encourage table bookings by offering incentives such as discounts or priority seating. Promote the benefits of pre-booking through marketing campaigns. Additionally, analyze factors contributing to lower ratings for walk-in customers and improve their experience to narrow the satisfaction gap</a:t>
            </a:r>
            <a:r>
              <a:rPr lang="en-US" dirty="0"/>
              <a:t>.</a:t>
            </a:r>
          </a:p>
          <a:p>
            <a:pPr algn="ctr"/>
            <a:r>
              <a:rPr lang="en-US" sz="1400" b="1" dirty="0">
                <a:latin typeface="Times New Roman" panose="02020603050405020304" pitchFamily="18" charset="0"/>
                <a:cs typeface="Times New Roman" panose="02020603050405020304" pitchFamily="18" charset="0"/>
              </a:rPr>
              <a:t>(Spreadsheet: Delivery Analysis)</a:t>
            </a:r>
          </a:p>
          <a:p>
            <a:pPr algn="just"/>
            <a:endParaRPr lang="en-US" dirty="0"/>
          </a:p>
          <a:p>
            <a:pPr algn="just"/>
            <a:endParaRPr lang="en-IN" dirty="0"/>
          </a:p>
        </p:txBody>
      </p:sp>
      <p:sp>
        <p:nvSpPr>
          <p:cNvPr id="4" name="Slide Number Placeholder 3">
            <a:extLst>
              <a:ext uri="{FF2B5EF4-FFF2-40B4-BE49-F238E27FC236}">
                <a16:creationId xmlns:a16="http://schemas.microsoft.com/office/drawing/2014/main" id="{B6A46633-B6AC-8A0F-F9B6-8AEE43B4AD84}"/>
              </a:ext>
            </a:extLst>
          </p:cNvPr>
          <p:cNvSpPr>
            <a:spLocks noGrp="1"/>
          </p:cNvSpPr>
          <p:nvPr>
            <p:ph type="sldNum" sz="quarter" idx="12"/>
          </p:nvPr>
        </p:nvSpPr>
        <p:spPr/>
        <p:txBody>
          <a:bodyPr/>
          <a:lstStyle/>
          <a:p>
            <a:fld id="{19590046-DA73-4BBF-84B5-C08E6F75191A}" type="slidenum">
              <a:rPr lang="en-US" smtClean="0"/>
              <a:t>16</a:t>
            </a:fld>
            <a:endParaRPr lang="en-US"/>
          </a:p>
        </p:txBody>
      </p:sp>
      <p:pic>
        <p:nvPicPr>
          <p:cNvPr id="6" name="Picture 5">
            <a:extLst>
              <a:ext uri="{FF2B5EF4-FFF2-40B4-BE49-F238E27FC236}">
                <a16:creationId xmlns:a16="http://schemas.microsoft.com/office/drawing/2014/main" id="{0603AFD2-64E6-6173-0C79-A2B31BE23241}"/>
              </a:ext>
            </a:extLst>
          </p:cNvPr>
          <p:cNvPicPr>
            <a:picLocks noChangeAspect="1"/>
          </p:cNvPicPr>
          <p:nvPr/>
        </p:nvPicPr>
        <p:blipFill>
          <a:blip r:embed="rId2"/>
          <a:stretch>
            <a:fillRect/>
          </a:stretch>
        </p:blipFill>
        <p:spPr>
          <a:xfrm>
            <a:off x="6912292" y="2494217"/>
            <a:ext cx="4251008" cy="2723242"/>
          </a:xfrm>
          <a:prstGeom prst="rect">
            <a:avLst/>
          </a:prstGeom>
        </p:spPr>
      </p:pic>
    </p:spTree>
    <p:extLst>
      <p:ext uri="{BB962C8B-B14F-4D97-AF65-F5344CB8AC3E}">
        <p14:creationId xmlns:p14="http://schemas.microsoft.com/office/powerpoint/2010/main" val="9961596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3D712-95ED-FE1F-F9C8-1442F5D55ECD}"/>
              </a:ext>
            </a:extLst>
          </p:cNvPr>
          <p:cNvSpPr>
            <a:spLocks noGrp="1"/>
          </p:cNvSpPr>
          <p:nvPr>
            <p:ph type="title"/>
          </p:nvPr>
        </p:nvSpPr>
        <p:spPr>
          <a:xfrm>
            <a:off x="1028700" y="723901"/>
            <a:ext cx="10134600" cy="416642"/>
          </a:xfrm>
        </p:spPr>
        <p:txBody>
          <a:bodyPr>
            <a:normAutofit fontScale="90000"/>
          </a:bodyPr>
          <a:lstStyle/>
          <a:p>
            <a:r>
              <a:rPr lang="en-IN" b="1" dirty="0"/>
              <a:t>The average cost for two for the countries</a:t>
            </a:r>
          </a:p>
        </p:txBody>
      </p:sp>
      <p:sp>
        <p:nvSpPr>
          <p:cNvPr id="3" name="Content Placeholder 2">
            <a:extLst>
              <a:ext uri="{FF2B5EF4-FFF2-40B4-BE49-F238E27FC236}">
                <a16:creationId xmlns:a16="http://schemas.microsoft.com/office/drawing/2014/main" id="{55E56447-102E-1BCC-E0A8-8C10C8D509C1}"/>
              </a:ext>
            </a:extLst>
          </p:cNvPr>
          <p:cNvSpPr>
            <a:spLocks noGrp="1"/>
          </p:cNvSpPr>
          <p:nvPr>
            <p:ph idx="1"/>
          </p:nvPr>
        </p:nvSpPr>
        <p:spPr>
          <a:xfrm>
            <a:off x="1028700" y="1386348"/>
            <a:ext cx="5273777" cy="4744897"/>
          </a:xfrm>
        </p:spPr>
        <p:txBody>
          <a:bodyPr>
            <a:normAutofit fontScale="77500" lnSpcReduction="20000"/>
          </a:bodyPr>
          <a:lstStyle/>
          <a:p>
            <a:r>
              <a:rPr lang="en-US" b="1" dirty="0">
                <a:latin typeface="Times New Roman" panose="02020603050405020304" pitchFamily="18" charset="0"/>
                <a:cs typeface="Times New Roman" panose="02020603050405020304" pitchFamily="18" charset="0"/>
              </a:rPr>
              <a:t>Insights:</a:t>
            </a:r>
          </a:p>
          <a:p>
            <a:pPr algn="just"/>
            <a:r>
              <a:rPr lang="en-US" sz="1900" b="1" dirty="0">
                <a:latin typeface="Times New Roman" panose="02020603050405020304" pitchFamily="18" charset="0"/>
                <a:cs typeface="Times New Roman" panose="02020603050405020304" pitchFamily="18" charset="0"/>
              </a:rPr>
              <a:t>Lowest Cost Destinations:</a:t>
            </a:r>
            <a:r>
              <a:rPr lang="en-US" sz="1900" dirty="0">
                <a:latin typeface="Times New Roman" panose="02020603050405020304" pitchFamily="18" charset="0"/>
                <a:cs typeface="Times New Roman" panose="02020603050405020304" pitchFamily="18" charset="0"/>
              </a:rPr>
              <a:t> Turkey (₹436.14) and India (₹1,246.74) are the most affordable options for dining, making them attractive destinations for budget-conscious travelers. </a:t>
            </a:r>
            <a:r>
              <a:rPr lang="en-US" sz="1900" b="1" dirty="0">
                <a:latin typeface="Times New Roman" panose="02020603050405020304" pitchFamily="18" charset="0"/>
                <a:cs typeface="Times New Roman" panose="02020603050405020304" pitchFamily="18" charset="0"/>
              </a:rPr>
              <a:t>Highest Cost Destination:</a:t>
            </a:r>
            <a:r>
              <a:rPr lang="en-US" sz="1900" dirty="0">
                <a:latin typeface="Times New Roman" panose="02020603050405020304" pitchFamily="18" charset="0"/>
                <a:cs typeface="Times New Roman" panose="02020603050405020304" pitchFamily="18" charset="0"/>
              </a:rPr>
              <a:t> Singapore (₹19,119.87) has the highest dining costs, significantly higher than other countries, indicating luxury or exclusivity.</a:t>
            </a:r>
            <a:r>
              <a:rPr lang="en-US" sz="1900" b="1" dirty="0">
                <a:latin typeface="Times New Roman" panose="02020603050405020304" pitchFamily="18" charset="0"/>
                <a:cs typeface="Times New Roman" panose="02020603050405020304" pitchFamily="18" charset="0"/>
              </a:rPr>
              <a:t> Mid-Range Options:</a:t>
            </a:r>
            <a:r>
              <a:rPr lang="en-US" sz="1900" dirty="0">
                <a:latin typeface="Times New Roman" panose="02020603050405020304" pitchFamily="18" charset="0"/>
                <a:cs typeface="Times New Roman" panose="02020603050405020304" pitchFamily="18" charset="0"/>
              </a:rPr>
              <a:t> Countries like Brazil, Canada, and the United States offer average costs between ₹4,000 to ₹5,000, balancing affordability and quality</a:t>
            </a:r>
          </a:p>
          <a:p>
            <a:r>
              <a:rPr lang="en-US" b="1" dirty="0">
                <a:latin typeface="Times New Roman" panose="02020603050405020304" pitchFamily="18" charset="0"/>
                <a:cs typeface="Times New Roman" panose="02020603050405020304" pitchFamily="18" charset="0"/>
              </a:rPr>
              <a:t>Recommendations:</a:t>
            </a:r>
          </a:p>
          <a:p>
            <a:pPr algn="just"/>
            <a:r>
              <a:rPr lang="en-US" sz="2100" b="1" dirty="0">
                <a:latin typeface="Times New Roman" panose="02020603050405020304" pitchFamily="18" charset="0"/>
                <a:cs typeface="Times New Roman" panose="02020603050405020304" pitchFamily="18" charset="0"/>
              </a:rPr>
              <a:t>Budget Travelers:</a:t>
            </a:r>
            <a:r>
              <a:rPr lang="en-US" sz="2100" dirty="0">
                <a:latin typeface="Times New Roman" panose="02020603050405020304" pitchFamily="18" charset="0"/>
                <a:cs typeface="Times New Roman" panose="02020603050405020304" pitchFamily="18" charset="0"/>
              </a:rPr>
              <a:t> Focus on Turkey, India, and Sri Lanka for dining without compromising cultural experiences.</a:t>
            </a:r>
            <a:r>
              <a:rPr lang="en-US" sz="2100" b="1" dirty="0">
                <a:latin typeface="Times New Roman" panose="02020603050405020304" pitchFamily="18" charset="0"/>
                <a:cs typeface="Times New Roman" panose="02020603050405020304" pitchFamily="18" charset="0"/>
              </a:rPr>
              <a:t> Balanced Options:</a:t>
            </a:r>
            <a:r>
              <a:rPr lang="en-US" sz="2100" dirty="0">
                <a:latin typeface="Times New Roman" panose="02020603050405020304" pitchFamily="18" charset="0"/>
                <a:cs typeface="Times New Roman" panose="02020603050405020304" pitchFamily="18" charset="0"/>
              </a:rPr>
              <a:t> Countries like the United States, United Kingdom, and Brazil are suitable for travelers seeking moderate luxury without overspending.</a:t>
            </a:r>
            <a:r>
              <a:rPr lang="en-US" sz="2100" b="1" dirty="0">
                <a:latin typeface="Times New Roman" panose="02020603050405020304" pitchFamily="18" charset="0"/>
                <a:cs typeface="Times New Roman" panose="02020603050405020304" pitchFamily="18" charset="0"/>
              </a:rPr>
              <a:t> Destination Marketing:</a:t>
            </a:r>
            <a:r>
              <a:rPr lang="en-US" sz="2100" dirty="0">
                <a:latin typeface="Times New Roman" panose="02020603050405020304" pitchFamily="18" charset="0"/>
                <a:cs typeface="Times New Roman" panose="02020603050405020304" pitchFamily="18" charset="0"/>
              </a:rPr>
              <a:t> Promote affordability in Turkey and India to attract price-sensitive tourists, while marketing exclusivity for Singapore and Qatar.</a:t>
            </a:r>
          </a:p>
          <a:p>
            <a:pPr algn="ctr"/>
            <a:r>
              <a:rPr lang="en-US" sz="2000" b="1" dirty="0">
                <a:latin typeface="Times New Roman" panose="02020603050405020304" pitchFamily="18" charset="0"/>
                <a:cs typeface="Times New Roman" panose="02020603050405020304" pitchFamily="18" charset="0"/>
              </a:rPr>
              <a:t>(Spreadsheet: Price Range)</a:t>
            </a:r>
          </a:p>
          <a:p>
            <a:endParaRPr lang="en-IN" dirty="0"/>
          </a:p>
        </p:txBody>
      </p:sp>
      <p:sp>
        <p:nvSpPr>
          <p:cNvPr id="4" name="Slide Number Placeholder 3">
            <a:extLst>
              <a:ext uri="{FF2B5EF4-FFF2-40B4-BE49-F238E27FC236}">
                <a16:creationId xmlns:a16="http://schemas.microsoft.com/office/drawing/2014/main" id="{D4F25E3C-F5DA-CC59-3CF9-E1132C9938FB}"/>
              </a:ext>
            </a:extLst>
          </p:cNvPr>
          <p:cNvSpPr>
            <a:spLocks noGrp="1"/>
          </p:cNvSpPr>
          <p:nvPr>
            <p:ph type="sldNum" sz="quarter" idx="12"/>
          </p:nvPr>
        </p:nvSpPr>
        <p:spPr/>
        <p:txBody>
          <a:bodyPr/>
          <a:lstStyle/>
          <a:p>
            <a:fld id="{19590046-DA73-4BBF-84B5-C08E6F75191A}" type="slidenum">
              <a:rPr lang="en-US" smtClean="0"/>
              <a:t>17</a:t>
            </a:fld>
            <a:endParaRPr lang="en-US"/>
          </a:p>
        </p:txBody>
      </p:sp>
      <p:pic>
        <p:nvPicPr>
          <p:cNvPr id="6" name="Picture 5">
            <a:extLst>
              <a:ext uri="{FF2B5EF4-FFF2-40B4-BE49-F238E27FC236}">
                <a16:creationId xmlns:a16="http://schemas.microsoft.com/office/drawing/2014/main" id="{677773E8-6868-037B-33A4-418100D8AE9F}"/>
              </a:ext>
            </a:extLst>
          </p:cNvPr>
          <p:cNvPicPr>
            <a:picLocks noChangeAspect="1"/>
          </p:cNvPicPr>
          <p:nvPr/>
        </p:nvPicPr>
        <p:blipFill>
          <a:blip r:embed="rId2"/>
          <a:stretch>
            <a:fillRect/>
          </a:stretch>
        </p:blipFill>
        <p:spPr>
          <a:xfrm>
            <a:off x="6698274" y="2167035"/>
            <a:ext cx="5059834" cy="2720576"/>
          </a:xfrm>
          <a:prstGeom prst="rect">
            <a:avLst/>
          </a:prstGeom>
        </p:spPr>
      </p:pic>
    </p:spTree>
    <p:extLst>
      <p:ext uri="{BB962C8B-B14F-4D97-AF65-F5344CB8AC3E}">
        <p14:creationId xmlns:p14="http://schemas.microsoft.com/office/powerpoint/2010/main" val="25449122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43E6D1-001C-CCF3-4332-56A350EDFA3D}"/>
              </a:ext>
            </a:extLst>
          </p:cNvPr>
          <p:cNvSpPr>
            <a:spLocks noGrp="1"/>
          </p:cNvSpPr>
          <p:nvPr>
            <p:ph idx="1"/>
          </p:nvPr>
        </p:nvSpPr>
        <p:spPr>
          <a:xfrm>
            <a:off x="272744" y="247844"/>
            <a:ext cx="11646512" cy="6362314"/>
          </a:xfrm>
        </p:spPr>
        <p:txBody>
          <a:bodyPr>
            <a:normAutofit/>
          </a:bodyPr>
          <a:lstStyle/>
          <a:p>
            <a:pPr algn="ctr"/>
            <a:r>
              <a:rPr lang="en-IN" sz="2400" b="1" dirty="0">
                <a:latin typeface="Times New Roman" panose="02020603050405020304" pitchFamily="18" charset="0"/>
                <a:cs typeface="Times New Roman" panose="02020603050405020304" pitchFamily="18" charset="0"/>
              </a:rPr>
              <a:t>DASHBOARD</a:t>
            </a:r>
          </a:p>
        </p:txBody>
      </p:sp>
      <p:sp>
        <p:nvSpPr>
          <p:cNvPr id="4" name="Slide Number Placeholder 3">
            <a:extLst>
              <a:ext uri="{FF2B5EF4-FFF2-40B4-BE49-F238E27FC236}">
                <a16:creationId xmlns:a16="http://schemas.microsoft.com/office/drawing/2014/main" id="{23922D18-44E4-1E1E-222E-261ECC45E36C}"/>
              </a:ext>
            </a:extLst>
          </p:cNvPr>
          <p:cNvSpPr>
            <a:spLocks noGrp="1"/>
          </p:cNvSpPr>
          <p:nvPr>
            <p:ph type="sldNum" sz="quarter" idx="12"/>
          </p:nvPr>
        </p:nvSpPr>
        <p:spPr/>
        <p:txBody>
          <a:bodyPr/>
          <a:lstStyle/>
          <a:p>
            <a:fld id="{19590046-DA73-4BBF-84B5-C08E6F75191A}" type="slidenum">
              <a:rPr lang="en-US" smtClean="0"/>
              <a:t>18</a:t>
            </a:fld>
            <a:endParaRPr lang="en-US"/>
          </a:p>
        </p:txBody>
      </p:sp>
      <p:pic>
        <p:nvPicPr>
          <p:cNvPr id="5" name="Picture 4">
            <a:extLst>
              <a:ext uri="{FF2B5EF4-FFF2-40B4-BE49-F238E27FC236}">
                <a16:creationId xmlns:a16="http://schemas.microsoft.com/office/drawing/2014/main" id="{61739BBB-704A-645A-C469-EB2B7E3844E9}"/>
              </a:ext>
            </a:extLst>
          </p:cNvPr>
          <p:cNvPicPr>
            <a:picLocks noChangeAspect="1"/>
          </p:cNvPicPr>
          <p:nvPr/>
        </p:nvPicPr>
        <p:blipFill>
          <a:blip r:embed="rId2"/>
          <a:stretch>
            <a:fillRect/>
          </a:stretch>
        </p:blipFill>
        <p:spPr>
          <a:xfrm>
            <a:off x="161364" y="1245357"/>
            <a:ext cx="11876443" cy="4999673"/>
          </a:xfrm>
          <a:prstGeom prst="rect">
            <a:avLst/>
          </a:prstGeom>
        </p:spPr>
      </p:pic>
    </p:spTree>
    <p:extLst>
      <p:ext uri="{BB962C8B-B14F-4D97-AF65-F5344CB8AC3E}">
        <p14:creationId xmlns:p14="http://schemas.microsoft.com/office/powerpoint/2010/main" val="3708310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58E38A4-F699-490C-8D1F-E8AD332D9B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39C6AAB-48AC-41A3-95C2-6BF83715DF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000" y="0"/>
            <a:ext cx="6096000" cy="6858000"/>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F6EE861B-7D2F-4B7C-A6E3-5937E81B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0903" y="159026"/>
            <a:ext cx="5778697" cy="654278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352E82C-C5DB-A929-4DB6-C6EC838DB94A}"/>
              </a:ext>
            </a:extLst>
          </p:cNvPr>
          <p:cNvSpPr>
            <a:spLocks noGrp="1"/>
          </p:cNvSpPr>
          <p:nvPr>
            <p:ph idx="1"/>
          </p:nvPr>
        </p:nvSpPr>
        <p:spPr>
          <a:xfrm>
            <a:off x="7182615" y="1440043"/>
            <a:ext cx="3943575" cy="2160034"/>
          </a:xfrm>
        </p:spPr>
        <p:txBody>
          <a:bodyPr anchor="t">
            <a:normAutofit fontScale="70000" lnSpcReduction="20000"/>
          </a:bodyPr>
          <a:lstStyle/>
          <a:p>
            <a:pPr algn="ctr"/>
            <a:endParaRPr lang="en-IN" dirty="0"/>
          </a:p>
          <a:p>
            <a:pPr algn="ctr"/>
            <a:endParaRPr lang="en-IN" dirty="0"/>
          </a:p>
          <a:p>
            <a:pPr algn="ctr"/>
            <a:endParaRPr lang="en-IN" dirty="0"/>
          </a:p>
          <a:p>
            <a:pPr algn="ctr"/>
            <a:endParaRPr lang="en-IN" dirty="0"/>
          </a:p>
          <a:p>
            <a:pPr algn="ctr"/>
            <a:endParaRPr lang="en-IN" dirty="0"/>
          </a:p>
          <a:p>
            <a:pPr algn="ctr"/>
            <a:r>
              <a:rPr lang="en-IN" sz="3300" dirty="0"/>
              <a:t>CONCLUSION</a:t>
            </a:r>
          </a:p>
        </p:txBody>
      </p:sp>
      <p:pic>
        <p:nvPicPr>
          <p:cNvPr id="5" name="Picture 4" descr="Pen placed on top of a signature line">
            <a:extLst>
              <a:ext uri="{FF2B5EF4-FFF2-40B4-BE49-F238E27FC236}">
                <a16:creationId xmlns:a16="http://schemas.microsoft.com/office/drawing/2014/main" id="{FCE94E86-2432-5273-B633-DBA8C89CF091}"/>
              </a:ext>
            </a:extLst>
          </p:cNvPr>
          <p:cNvPicPr>
            <a:picLocks noChangeAspect="1"/>
          </p:cNvPicPr>
          <p:nvPr/>
        </p:nvPicPr>
        <p:blipFill>
          <a:blip r:embed="rId2">
            <a:alphaModFix/>
          </a:blip>
          <a:srcRect l="40667" r="-1" b="-1"/>
          <a:stretch/>
        </p:blipFill>
        <p:spPr>
          <a:xfrm>
            <a:off x="1682" y="10"/>
            <a:ext cx="6096000" cy="6857990"/>
          </a:xfrm>
          <a:prstGeom prst="rect">
            <a:avLst/>
          </a:prstGeom>
        </p:spPr>
      </p:pic>
      <p:grpSp>
        <p:nvGrpSpPr>
          <p:cNvPr id="15" name="Group 14">
            <a:extLst>
              <a:ext uri="{FF2B5EF4-FFF2-40B4-BE49-F238E27FC236}">
                <a16:creationId xmlns:a16="http://schemas.microsoft.com/office/drawing/2014/main" id="{53745597-CF0F-4C14-83C4-612B382A909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10258" y="5849932"/>
            <a:ext cx="867485" cy="115439"/>
            <a:chOff x="8910933" y="1861308"/>
            <a:chExt cx="867485" cy="115439"/>
          </a:xfrm>
        </p:grpSpPr>
        <p:sp>
          <p:nvSpPr>
            <p:cNvPr id="16" name="Rectangle 15">
              <a:extLst>
                <a:ext uri="{FF2B5EF4-FFF2-40B4-BE49-F238E27FC236}">
                  <a16:creationId xmlns:a16="http://schemas.microsoft.com/office/drawing/2014/main" id="{471CB755-D435-4BD8-A3DB-B304ED0E7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8964825" flipH="1">
              <a:off x="9286956" y="1861308"/>
              <a:ext cx="115439" cy="115439"/>
            </a:xfrm>
            <a:prstGeom prst="rect">
              <a:avLst/>
            </a:prstGeom>
            <a:noFill/>
            <a:ln w="158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ffectLst>
                  <a:outerShdw blurRad="38100" dist="38100" dir="2700000" algn="tl">
                    <a:srgbClr val="000000">
                      <a:alpha val="43137"/>
                    </a:srgbClr>
                  </a:outerShdw>
                </a:effectLst>
              </a:endParaRPr>
            </a:p>
          </p:txBody>
        </p:sp>
        <p:cxnSp>
          <p:nvCxnSpPr>
            <p:cNvPr id="17" name="Straight Connector 16">
              <a:extLst>
                <a:ext uri="{FF2B5EF4-FFF2-40B4-BE49-F238E27FC236}">
                  <a16:creationId xmlns:a16="http://schemas.microsoft.com/office/drawing/2014/main" id="{0B7F2CAE-48A1-4EAD-BDD1-4DA217AC0FF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426289"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98FB73A0-9D61-4989-BA5F-7EF6308D86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8910933" y="1919027"/>
              <a:ext cx="352129"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B5FBFE1C-F794-839A-9EF0-7B46C17BD290}"/>
              </a:ext>
            </a:extLst>
          </p:cNvPr>
          <p:cNvSpPr>
            <a:spLocks noGrp="1"/>
          </p:cNvSpPr>
          <p:nvPr>
            <p:ph type="sldNum" sz="quarter" idx="12"/>
          </p:nvPr>
        </p:nvSpPr>
        <p:spPr/>
        <p:txBody>
          <a:bodyPr/>
          <a:lstStyle/>
          <a:p>
            <a:fld id="{19590046-DA73-4BBF-84B5-C08E6F75191A}" type="slidenum">
              <a:rPr lang="en-US" smtClean="0"/>
              <a:t>19</a:t>
            </a:fld>
            <a:endParaRPr lang="en-US"/>
          </a:p>
        </p:txBody>
      </p:sp>
    </p:spTree>
    <p:extLst>
      <p:ext uri="{BB962C8B-B14F-4D97-AF65-F5344CB8AC3E}">
        <p14:creationId xmlns:p14="http://schemas.microsoft.com/office/powerpoint/2010/main" val="2788704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2">
            <a:extLst>
              <a:ext uri="{FF2B5EF4-FFF2-40B4-BE49-F238E27FC236}">
                <a16:creationId xmlns:a16="http://schemas.microsoft.com/office/drawing/2014/main" id="{CB650585-3B29-D260-D767-8EF06C512ACF}"/>
              </a:ext>
            </a:extLst>
          </p:cNvPr>
          <p:cNvGraphicFramePr>
            <a:graphicFrameLocks noGrp="1"/>
          </p:cNvGraphicFramePr>
          <p:nvPr>
            <p:ph idx="1"/>
            <p:extLst>
              <p:ext uri="{D42A27DB-BD31-4B8C-83A1-F6EECF244321}">
                <p14:modId xmlns:p14="http://schemas.microsoft.com/office/powerpoint/2010/main" val="3843005566"/>
              </p:ext>
            </p:extLst>
          </p:nvPr>
        </p:nvGraphicFramePr>
        <p:xfrm>
          <a:off x="1028700" y="505609"/>
          <a:ext cx="10134600" cy="56256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A836E9D7-1506-61C4-8992-8B5B1928D07E}"/>
              </a:ext>
            </a:extLst>
          </p:cNvPr>
          <p:cNvSpPr>
            <a:spLocks noGrp="1"/>
          </p:cNvSpPr>
          <p:nvPr>
            <p:ph type="sldNum" sz="quarter" idx="12"/>
          </p:nvPr>
        </p:nvSpPr>
        <p:spPr/>
        <p:txBody>
          <a:bodyPr/>
          <a:lstStyle/>
          <a:p>
            <a:fld id="{19590046-DA73-4BBF-84B5-C08E6F75191A}" type="slidenum">
              <a:rPr lang="en-US" smtClean="0"/>
              <a:t>20</a:t>
            </a:fld>
            <a:endParaRPr lang="en-US"/>
          </a:p>
        </p:txBody>
      </p:sp>
    </p:spTree>
    <p:extLst>
      <p:ext uri="{BB962C8B-B14F-4D97-AF65-F5344CB8AC3E}">
        <p14:creationId xmlns:p14="http://schemas.microsoft.com/office/powerpoint/2010/main" val="22085198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2">
            <a:extLst>
              <a:ext uri="{FF2B5EF4-FFF2-40B4-BE49-F238E27FC236}">
                <a16:creationId xmlns:a16="http://schemas.microsoft.com/office/drawing/2014/main" id="{408410D5-5F14-780D-A699-8022F3230B47}"/>
              </a:ext>
            </a:extLst>
          </p:cNvPr>
          <p:cNvGraphicFramePr>
            <a:graphicFrameLocks noGrp="1"/>
          </p:cNvGraphicFramePr>
          <p:nvPr>
            <p:ph idx="1"/>
          </p:nvPr>
        </p:nvGraphicFramePr>
        <p:xfrm>
          <a:off x="1028700" y="589935"/>
          <a:ext cx="10134600" cy="55413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Slide Number Placeholder 1">
            <a:extLst>
              <a:ext uri="{FF2B5EF4-FFF2-40B4-BE49-F238E27FC236}">
                <a16:creationId xmlns:a16="http://schemas.microsoft.com/office/drawing/2014/main" id="{C0B52862-7DD2-DB06-00C0-47B4FD36A574}"/>
              </a:ext>
            </a:extLst>
          </p:cNvPr>
          <p:cNvSpPr>
            <a:spLocks noGrp="1"/>
          </p:cNvSpPr>
          <p:nvPr>
            <p:ph type="sldNum" sz="quarter" idx="12"/>
          </p:nvPr>
        </p:nvSpPr>
        <p:spPr/>
        <p:txBody>
          <a:bodyPr/>
          <a:lstStyle/>
          <a:p>
            <a:fld id="{19590046-DA73-4BBF-84B5-C08E6F75191A}" type="slidenum">
              <a:rPr lang="en-US" smtClean="0"/>
              <a:t>21</a:t>
            </a:fld>
            <a:endParaRPr lang="en-US"/>
          </a:p>
        </p:txBody>
      </p:sp>
    </p:spTree>
    <p:extLst>
      <p:ext uri="{BB962C8B-B14F-4D97-AF65-F5344CB8AC3E}">
        <p14:creationId xmlns:p14="http://schemas.microsoft.com/office/powerpoint/2010/main" val="15616422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788C2-0D5C-72E8-BC80-BD7453015805}"/>
              </a:ext>
            </a:extLst>
          </p:cNvPr>
          <p:cNvSpPr>
            <a:spLocks noGrp="1"/>
          </p:cNvSpPr>
          <p:nvPr>
            <p:ph type="title"/>
          </p:nvPr>
        </p:nvSpPr>
        <p:spPr>
          <a:xfrm>
            <a:off x="1028700" y="723901"/>
            <a:ext cx="10134600" cy="674594"/>
          </a:xfrm>
        </p:spPr>
        <p:txBody>
          <a:bodyPr/>
          <a:lstStyle/>
          <a:p>
            <a:pPr algn="ctr"/>
            <a:r>
              <a:rPr lang="en-IN" dirty="0"/>
              <a:t>REFERENCES</a:t>
            </a:r>
          </a:p>
        </p:txBody>
      </p:sp>
      <p:sp>
        <p:nvSpPr>
          <p:cNvPr id="3" name="Content Placeholder 2">
            <a:extLst>
              <a:ext uri="{FF2B5EF4-FFF2-40B4-BE49-F238E27FC236}">
                <a16:creationId xmlns:a16="http://schemas.microsoft.com/office/drawing/2014/main" id="{4D8B8AD4-2A84-8948-EBD1-46D38430A87B}"/>
              </a:ext>
            </a:extLst>
          </p:cNvPr>
          <p:cNvSpPr>
            <a:spLocks noGrp="1"/>
          </p:cNvSpPr>
          <p:nvPr>
            <p:ph idx="1"/>
          </p:nvPr>
        </p:nvSpPr>
        <p:spPr>
          <a:xfrm>
            <a:off x="1028700" y="1759974"/>
            <a:ext cx="10134600" cy="4371271"/>
          </a:xfrm>
        </p:spPr>
        <p:txBody>
          <a:bodyPr/>
          <a:lstStyle/>
          <a:p>
            <a:pPr marL="342900" indent="-342900">
              <a:buFont typeface="Arial" panose="020B0604020202020204" pitchFamily="34" charset="0"/>
              <a:buChar char="•"/>
            </a:pPr>
            <a:r>
              <a:rPr lang="en-IN" dirty="0"/>
              <a:t>Zomato.com, 2024</a:t>
            </a:r>
          </a:p>
          <a:p>
            <a:pPr marL="342900" indent="-342900">
              <a:buFont typeface="Arial" panose="020B0604020202020204" pitchFamily="34" charset="0"/>
              <a:buChar char="•"/>
            </a:pPr>
            <a:r>
              <a:rPr lang="en-IN" dirty="0"/>
              <a:t>Pal D., 2020. What happens once an order is placed?. </a:t>
            </a:r>
            <a:r>
              <a:rPr lang="en-IN" dirty="0">
                <a:hlinkClick r:id="rId2"/>
              </a:rPr>
              <a:t>https://blog.zomato.com/food-preparation-time</a:t>
            </a:r>
            <a:r>
              <a:rPr lang="en-IN" dirty="0"/>
              <a:t>.</a:t>
            </a:r>
          </a:p>
          <a:p>
            <a:pPr marL="342900" indent="-342900">
              <a:buFont typeface="Arial" panose="020B0604020202020204" pitchFamily="34" charset="0"/>
              <a:buChar char="•"/>
            </a:pPr>
            <a:endParaRPr lang="en-IN" dirty="0"/>
          </a:p>
        </p:txBody>
      </p:sp>
      <p:sp>
        <p:nvSpPr>
          <p:cNvPr id="4" name="Slide Number Placeholder 3">
            <a:extLst>
              <a:ext uri="{FF2B5EF4-FFF2-40B4-BE49-F238E27FC236}">
                <a16:creationId xmlns:a16="http://schemas.microsoft.com/office/drawing/2014/main" id="{F9E66531-3BC4-9BBF-563A-11D9AC0D3136}"/>
              </a:ext>
            </a:extLst>
          </p:cNvPr>
          <p:cNvSpPr>
            <a:spLocks noGrp="1"/>
          </p:cNvSpPr>
          <p:nvPr>
            <p:ph type="sldNum" sz="quarter" idx="12"/>
          </p:nvPr>
        </p:nvSpPr>
        <p:spPr/>
        <p:txBody>
          <a:bodyPr/>
          <a:lstStyle/>
          <a:p>
            <a:fld id="{19590046-DA73-4BBF-84B5-C08E6F75191A}" type="slidenum">
              <a:rPr lang="en-US" smtClean="0"/>
              <a:t>22</a:t>
            </a:fld>
            <a:endParaRPr lang="en-US"/>
          </a:p>
        </p:txBody>
      </p:sp>
    </p:spTree>
    <p:extLst>
      <p:ext uri="{BB962C8B-B14F-4D97-AF65-F5344CB8AC3E}">
        <p14:creationId xmlns:p14="http://schemas.microsoft.com/office/powerpoint/2010/main" val="2072493122"/>
      </p:ext>
    </p:extLst>
  </p:cSld>
  <p:clrMapOvr>
    <a:masterClrMapping/>
  </p:clrMapOvr>
</p:sld>
</file>

<file path=ppt/theme/theme1.xml><?xml version="1.0" encoding="utf-8"?>
<a:theme xmlns:a="http://schemas.openxmlformats.org/drawingml/2006/main" name="AdornVTI">
  <a:themeElements>
    <a:clrScheme name="GC1">
      <a:dk1>
        <a:sysClr val="windowText" lastClr="000000"/>
      </a:dk1>
      <a:lt1>
        <a:sysClr val="window" lastClr="FFFFFF"/>
      </a:lt1>
      <a:dk2>
        <a:srgbClr val="2C2830"/>
      </a:dk2>
      <a:lt2>
        <a:srgbClr val="E0DCE1"/>
      </a:lt2>
      <a:accent1>
        <a:srgbClr val="908193"/>
      </a:accent1>
      <a:accent2>
        <a:srgbClr val="A08889"/>
      </a:accent2>
      <a:accent3>
        <a:srgbClr val="B48C7E"/>
      </a:accent3>
      <a:accent4>
        <a:srgbClr val="809C9B"/>
      </a:accent4>
      <a:accent5>
        <a:srgbClr val="899F91"/>
      </a:accent5>
      <a:accent6>
        <a:srgbClr val="728274"/>
      </a:accent6>
      <a:hlink>
        <a:srgbClr val="837585"/>
      </a:hlink>
      <a:folHlink>
        <a:srgbClr val="677E83"/>
      </a:folHlink>
    </a:clrScheme>
    <a:fontScheme name="Bembo">
      <a:majorFont>
        <a:latin typeface="Bembo"/>
        <a:ea typeface=""/>
        <a:cs typeface=""/>
      </a:majorFont>
      <a:minorFont>
        <a:latin typeface="Bemb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dornVTI" id="{497E3FA9-5A27-4D12-9D04-917BEF3D1303}" vid="{34192A01-61CA-4566-9818-841C607496F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2248</TotalTime>
  <Words>1908</Words>
  <Application>Microsoft Office PowerPoint</Application>
  <PresentationFormat>Widescreen</PresentationFormat>
  <Paragraphs>128</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Bembo</vt:lpstr>
      <vt:lpstr>Times New Roman</vt:lpstr>
      <vt:lpstr>AdornVTI</vt:lpstr>
      <vt:lpstr>ZOMATO-Analysis for opening New Restaurant</vt:lpstr>
      <vt:lpstr>AGENDA</vt:lpstr>
      <vt:lpstr>ABOUT ZOMATO</vt:lpstr>
      <vt:lpstr>Zomato’s Ecosystem </vt:lpstr>
      <vt:lpstr>Problem Statement</vt:lpstr>
      <vt:lpstr>PRIMARY OBJECTIVES</vt:lpstr>
      <vt:lpstr>DATA OVERVIEW</vt:lpstr>
      <vt:lpstr>Analytical Approach and Tools</vt:lpstr>
      <vt:lpstr>NUMBER OF RESTAURANTS OPENED IN COUNTRIES</vt:lpstr>
      <vt:lpstr>Number of restaurants opened each year in selected countries</vt:lpstr>
      <vt:lpstr>PowerPoint Presentation</vt:lpstr>
      <vt:lpstr>NUMBER OF RESTAURANTS IN SELECTED COUNTRIES</vt:lpstr>
      <vt:lpstr>Distribution of expenditure for the countries selected.</vt:lpstr>
      <vt:lpstr>Restaurant quality of the countires</vt:lpstr>
      <vt:lpstr>Online Delivery vs Ratings </vt:lpstr>
      <vt:lpstr>Table Bookings vs Ratings</vt:lpstr>
      <vt:lpstr>The average cost for two for the countries</vt:lpstr>
      <vt:lpstr>PowerPoint Presentation</vt:lpstr>
      <vt:lpstr>PowerPoint Presentation</vt:lpstr>
      <vt:lpstr>PowerPoint Presentation</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ZOMATO-Analysis for New Restaurant opening</dc:title>
  <dc:creator>Vidyadhar Dhopte</dc:creator>
  <cp:lastModifiedBy>Vidyadhar Dhopte</cp:lastModifiedBy>
  <cp:revision>2</cp:revision>
  <dcterms:created xsi:type="dcterms:W3CDTF">2024-04-29T07:27:44Z</dcterms:created>
  <dcterms:modified xsi:type="dcterms:W3CDTF">2024-12-24T09:28:19Z</dcterms:modified>
</cp:coreProperties>
</file>